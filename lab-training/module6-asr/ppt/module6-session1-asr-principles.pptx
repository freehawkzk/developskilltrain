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Module6 Session1: ASR Principles &amp; Mainstream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Automatic Speech Recognition: From Signal to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Agenda (2.5 hours)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0:00-0:20  ASR Problem Definition &amp; Evaluation: WER, CER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0:20-0:50  ASR Pipeline: Feature Extraction -&gt; Acoustic Model -&gt; Language Model -&gt; Decoder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0:50-1:10  CTC (Connectionist Temporal Classification) Principle</a:t>
            </a:r>
          </a:p>
          <a:p>
            <a:pPr>
              <a:spcAft>
                <a:spcPts val="48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1:10-1:20  Break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1:20-1:45  Attention-based Seq2Seq + Transformer in ASR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1:45-2:10  Whisper Architecture &amp; Usage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2:10-2:30  ASR and CI Research: ASR as Objective Evaluation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ASR Problem Definition &amp; Evaluation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ASR Problem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Automatic Speech Recognition (ASR)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Input:  audio signal x(t)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Output: text sequence y = [y_1, y_2, ..., y_L]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Goal:   find y* = argmax P(y|x)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ASR in CI Research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ASR serves as an objective evaluation endpoint for CI speech processing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CI user intelligibility can be quantified via ASR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14400"/>
            <a:ext cx="54864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914400"/>
            <a:ext cx="54864" cy="3200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9875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Evaluation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Noisy speech -&gt; Processing -&gt; ASR recognition -&gt; Compute accuracy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Compare ASR accuracy under different processing methods: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Higher accuracy = better CI processing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This creates a quantitative, reproducible evaluation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Evaluation Metrics: WER &amp; 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WER (Word Error Rate) - for English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WER = (S + D + I) / N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S = Substitutions, D = Deletions, I = Insertions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N = total words in reference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CER (Character Error Rate) - for Chinese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CER = (S + D + I) / N_chars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Chinese has no word boundaries -&gt; must use character-level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14400"/>
            <a:ext cx="50292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058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def compute_cer(reference, hypothesis):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ref_chars = list(reference.replace(" ", ""))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hyp_chars = list(hypothesis.replace(" ", ""))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dist = levenshtein_distance(ref_chars, hyp_chars)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return dist / len(ref_chars)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Chinese CER examples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ref = "today the weather is nice"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hyp = "today the weather is nice"    # CER=0.00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hyp = "today weather is nice"         # CER~0.17 (1 deletion)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hyp = "today the weather nice"        # CER~0.17 (1 deletion)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" cy="25603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05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Key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Chinese ASR MUST use CER (not WER) because Chinese has no spaces between words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English: 'the cat' = 2 words; Chinese: '那只猫' = 3 characters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Edit distance (Levenshtein) counts minimum operations to transform hypothesis into reference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Lower CER = better recognition = better speech processing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3-4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ASR Pipeline &amp; CTC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Classic ASR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Speech Signal -&gt; [Feature Extraction] -&gt; [Acoustic Model] -&gt; [Language Model] -&gt; [Decoder] -&gt; Text</a:t>
            </a:r>
          </a:p>
          <a:p>
            <a:pPr>
              <a:spcAft>
                <a:spcPts val="1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            |                    |                  |              |</a:t>
            </a:r>
          </a:p>
          <a:p>
            <a:pPr>
              <a:spcAft>
                <a:spcPts val="1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            MFCC/fbank          HMM/DNN            N-gram        Viterbi/Beam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3.1 Feature Extraction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MFCC: Module 3 already covered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fbank: mel filterbank output, more common in modern ASR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Whisper uses log-Mel spectrogram (80 bands)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3.2 Acoustic Model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Traditional: GMM-HMM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Deep learning: DNN-HMM, CTC, Seq2Seq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Input: acoustic features; Output: phoneme/char probabilities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834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3.3 Language Model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Models text probability P(y)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Traditional: N-gram; Modern: Transformer-LM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Corrects acoustic model errors (e.g. 'weather' vs 'whether')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3.4 Decoder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Searches for optimal text sequence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Viterbi decoding, Beam Search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Combines acoustic + language model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CTC: Connectionist Temporal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The Core Problem CTC Solves</a:t>
            </a:r>
          </a:p>
          <a:p>
            <a:pPr>
              <a:spcAft>
                <a:spcPts val="480"/>
              </a:spcAft>
              <a:defRPr sz="1600" b="0">
                <a:solidFill>
                  <a:srgbClr val="C62828"/>
                </a:solidFill>
                <a:latin typeface="Microsoft YaHei"/>
              </a:defRPr>
            </a:pPr>
            <a:r>
              <a:t>Input-output alignment is unknown!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Speech input: ~100 frames per second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Text output: 'hello' = 5 characters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100 frames -&gt; 5 chars: how to align?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9144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2E7D32"/>
                </a:solidFill>
                <a:latin typeface="Microsoft YaHei"/>
              </a:defRPr>
            </a:pPr>
            <a:r>
              <a:t>CTC Solution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1. Introduce blank token (no output)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2. Allow repeated chars (nniiihhhaaooo)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3. Marginalize over all possible alignments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Key intuition: CTC learns alignment automatically!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548640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5661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CTC greedy decoding example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Vocab = {blank, 'n', 'i', 'h', 'a', 'o'}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Frame predictions (per-frame argmax):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path = ['blank','n','n','i','i','h','h','a','a','o']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Step 1: collapse repeats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collapsed = ['blank','n','i','h','a','o']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Step 2: remove blanks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result = ['n','i','h','a','o']  # -&gt; "nihao"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This is how CTC maps many frames to few chars!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474720"/>
            <a:ext cx="5303520" cy="29260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474720"/>
            <a:ext cx="54864" cy="29260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CTC Loss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P(label|x) = sum over all paths that collapse to the target label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Each path probability = product of per-frame predictions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CTC does NOT need frame-level alignment annotations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This makes training much simpler - only need (audio, text) pairs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Limitation: assumes output tokens are conditionally independent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Attention-based Seq2Seq &amp; Transformer in ASR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Seq2Seq Idea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Encoder: compresses input sequence into context vector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Decoder: generates output tokens one by one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Attention: decoder focuses on most relevant input parts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Transformer in ASR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Self-attention replaces RNN for parallel computation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Faster training, better long-range dependencies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Whisper = Transformer encoder-decoder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914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Connection to Prior Modules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Encoder (feature extraction)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= Module 2-3 CNN/CRNN feature extraction</a:t>
            </a: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Decoder (token generation)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= Module 3 FC classification layer</a:t>
            </a: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Attention mechanism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= Module 4 SE (channel attention)</a:t>
            </a: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CTC loss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= Module 2 cross-entropy loss 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54864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62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Strategy: Wide One Inch, Deep One Millimeter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ASR is a vast topic. Focus on understanding the overall pipeline and how to USE/evaluate ASR, not on building from scratch.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Key takeaway: ASR converts audio to text, enabling objective evaluation of the entire CI processing chain.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Whisper: OpenAI's Speech Recognition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Whisper Features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Multilingual: 99 languages including Chinese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Multi-task: transcription, translation, language ID, VAD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Large-scale: 680K hours of multilingual audio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Transformer architecture: encoder-decoder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Robust in noisy environments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14400"/>
            <a:ext cx="54864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00584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Whisper Architecture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Input audio (16kHz)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log-Mel spectrogram (80 bands, 30s window)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Encoder (Transformer layers)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Encoded features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Decoder (Transformer layers, autoregressive)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Output text token sequence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Special design: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- 30-second fixed window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- Multi-task tokens: &lt;|zh|&gt; for Chinese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- No external language model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Whisper Usage (extremely simple):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1. Load model: model = whisper.load_model('small')    2. Transcribe: result = model.transcribe('audio.wav', language='zh')    3. Get text: result['text']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Whisper Model Sizes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tiny (39M) -&gt; base (74M) -&gt; small (244M) -&gt; medium (769M) -&gt; large (1550M)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For Chinese: 'small' or above recommended. 'tiny' works for quick tests but less accurate.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ASR as CI Evaluation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ASR accuracy can quantify CI processing quality objectively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06424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Processing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2763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Expected 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2763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21992"/>
            <a:ext cx="1106424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95144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Clean speech -&gt; ASR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95144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Low (baseline)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295144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Upper bound of ASR 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62072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35224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Noisy speech -&gt; ASR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935224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935224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Noise severely degrades recognition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02152"/>
            <a:ext cx="1106424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75304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Enhanced speech -&gt; ASR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575304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575304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SE should reduce CER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42232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15384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Enhanced -&gt; ACE -&gt; Vocoded -&gt; ASR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215384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Medium-High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215384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ACE encoding loses information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54864" cy="2011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462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Limitation: ASR accuracy != CI user intelligibility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ASR models trained on normal-hearing data, may not reflect CI user perception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 system with good ASR score may still be hard for CI users to understand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But ASR provides a reproducible, comparable, and automated evaluation metric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Subjective evaluation by CI users remains the gold standard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Summary &amp; Homework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What we did today: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Understood ASR problem definition and WER/CER metrics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Learned the classic ASR pipeline (4 modules)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Grasped CTC alignment solution intuition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Explored Whisper architecture and usage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Connected ASR to CI research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14400"/>
            <a:ext cx="5303520" cy="2286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914400"/>
            <a:ext cx="54864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987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Homework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Install Whisper and successfully load a model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Transcribe a Chinese audio file with Whisper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Pre-read: prepare outputs from previous modules for next session's pipeline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474720"/>
            <a:ext cx="5303520" cy="16459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474720"/>
            <a:ext cx="54864" cy="1645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ASR Hands-on + End-to-End Pipeline Integration - connecting ALL modules!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