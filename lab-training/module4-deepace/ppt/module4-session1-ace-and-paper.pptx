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Module4 Session1: ACE Strategy + DeepACE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DeepACE Model Analysis: From Fixed Rules to Data-Driven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0:00-0:20  ACE Strategy Review: Band Allocation -&gt; Envelope -&gt; Channel Selection -&gt; Stimulation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0:20-0:45  ACE Limitations: Fixed Rules, Noise Sensitivity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0:45-1:10  DeepACE Paper: Problem Definition &amp; Methodology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1:10-1:20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1:20-1:50  DeepACE Paper: Network Architecture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1:50-2:20  DeepACE Paper: Training &amp; Experiments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2:20-2:30 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ACE Strategy Review &amp;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ACE Strategy Core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333333"/>
                </a:solidFill>
                <a:latin typeface="Consolas"/>
              </a:defRPr>
            </a:pPr>
            <a:r>
              <a:t>Input Audio -&gt; Preemphasis -&gt; Framing+Windowing -&gt; FFT -&gt; Band Power Envelope -&gt; N-of-M Selection -&gt; Log Compression -&gt; Stimulation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Key Parameters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NumberOfBands = 22 (corresponding to 22 electrodes)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Nmaxima = 8~12 (max channels selected per frame)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StimulationRate = 900~1000 Hz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THR / MCL (Threshold / Most Comfortable Level)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2468880"/>
            <a:ext cx="5486400" cy="3657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0" y="2468880"/>
            <a:ext cx="54864" cy="3657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54203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83464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ACE divides speech spectrum into 22 bands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Each frame selects top-N channels by energy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Essence: fixed rules + energy sorting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-&gt; Simple &amp; predictable, but lacks adaptability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ACE Output: Electrodogram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What is an Electrodogram?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X-axis = Time frames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Y-axis = Electrode channels (1~22, low to high freq)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Color/Brightness = Stimulation current level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Only Nmaxima channels active per frame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4864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005840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from ace_strategy import ace_strategy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q, p = ace_strategy(signal, sr, n_band=22, n_maxima=8)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q['electrodes']     # selected electrode sequence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q['current_levels'] # corresponding current levels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p['NumberOfBands']  # 22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p['Nmaxima']        #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11247120" cy="27432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54864" cy="2743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307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Hands-on Tip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Run ACE code on synthetic speech to observe each step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Focus on: How N-of-M channel selection works -&gt; keep only top-N energy channels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ACE Limitations in Noisy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Problem 1: Fixed rules don't adapt to noise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Noise occupies multiple bands -&gt; energy ranking disrupted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Speech channels get 'squeezed out' of N-of-M selection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Problem 2: Only looks at current frame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No temporal info -&gt; cannot exploit speech continuity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Problem 3: Fixed parameters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THR/MCL static -&gt; don't change with input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Nmaxima fixed -&gt; different scenes may need different counts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029200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914400"/>
            <a:ext cx="54864" cy="5029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875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Core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Traditional ACE uses fixed rules for all cases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DeepACE core idea: learn these rules via data-driven approach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Key comparison: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ACE:  Fixed N-of-M -&gt; hand-crafted rules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DL:   Learned mask -&gt; adaptive selection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Hands-on: Clean vs Noisy Speech ACE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noise = np.random.randn(len(signal)) * 0.3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snr_db = 5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speech_power = np.mean(signal ** 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noise_power = np.mean(noise ** 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snr_linear = 10 ** (snr_db / 10)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noise_scaled = noise * np.sqrt(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speech_power / (noise_power * snr_linear))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noisy_signal = signal + noise_scaled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q_clean, _ = ace_strategy(signal, sr)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q_noisy, _ = ace_strategy(noisy_signal, sr)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Observation Points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How does noise change channel selection?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What is the channel selection difference ratio?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Which channels are most affected by noise?</a:t>
            </a:r>
          </a:p>
          <a:p>
            <a:pPr>
              <a:spcAft>
                <a:spcPts val="300"/>
              </a:spcAft>
              <a:defRPr sz="10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2E7D32"/>
                </a:solidFill>
                <a:latin typeface="Microsoft YaHei"/>
              </a:defRPr>
            </a:pPr>
            <a:r>
              <a:t>Expected Results: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Noise occupies high-frequency channels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Speech-related channels get suppressed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54864" cy="1828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6451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Reflection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In noisy environments, CI users' speech understanding drops significantly. Traditional ACE's N-of-M cannot distinguish speech from noise - this is exactly what DeepACE aims to solve.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DeepACE Paper: Problem Definition &amp; Methodology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Paper Reading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Four-Pass Reading Method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1: Title + Abstract (5min)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What problem? Input/Output? One-sentence innovation?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2: Introduction (10min)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Limitations of existing methods? Why DL? Contributions?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3: Method (20min)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Architecture? What does each layer do? Loss function?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4: Experiments (10min)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Data construction? Metrics? Ablation study?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486400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914400"/>
            <a:ext cx="54864" cy="5029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987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Reading Guide Checklist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problem does DeepACE solve?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is the input? What is the output?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Core innovation in one sentence?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are ACE's specific limitations?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Why use DL for this problem?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does Encoder do? Which ACE step?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is Mask Generator similar to (Module 3)?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Why 22 output channels?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loss function? Why this choice?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How is training data constructed?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Results vs traditional ACE? Where is the advantage largest?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5-6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DeepACE Paper: Network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DeepACE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7607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Input: Noisy speech WAV (batch, 1, T_samples)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v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Encoder     |  Conv1d(1-&gt;N, kernel=L, stride=L/2)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        |  Output: (batch, N, T')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v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Rectifier    |  Learnable activation (pos/neg decomposition)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            |  Output: (batch, N, T')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v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Mask Generator            |  R Stacks x X ConvBlocks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Mask output: (batch,22,T')|  SE Layer + LAuReL + Skip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|  feats * mask -&gt; masked features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v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  Decoder     |  ConvTranspose1d(N-&gt;22)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v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| ChannelRebalancer   |  Inter-channel rebalancing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+---------------------+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v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Hardtanh -&gt; Output: Electrodogram (batch, 22, T')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914400"/>
            <a:ext cx="52120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Key Understanding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DeepACE needs no explicit FFT, framing, or band division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-&gt; All learned implicitly by encoder convolutions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Encoder ~ Learned Time-Freq Analysis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Conv1d replaces FFT + band division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stride=L/2 ~ hop_length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Mask Generator ~ Adaptive N-of-M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Outputs 22-channel mask (0~1)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Mask value ~ channel selection probability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Decoder ~ Electrodogram Reconstruction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High-dim features -&gt; 22 channels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20"/>
              </a:spcAft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ChannelRebalancer ~ Adaptive THR/MCL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DeepACE vs Prior Knowledge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Each DeepACE component has a counterpart in Modules 2-3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43000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DeepACE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36192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Module 2-3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36192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Innovation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84832"/>
            <a:ext cx="1143000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Encoder (Conv1d)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5798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2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5798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Like spectrogram extraction, but learned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9192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Rectifier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75234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ReLU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5234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From fixed rule to learnable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73552"/>
            <a:ext cx="1143000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4670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ConvBlock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3467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3 CRNN conv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4670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SE attention + LAuReL residual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67912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4106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Skip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94106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2 ResNet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94106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Same skip connections as UNet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62272"/>
            <a:ext cx="1143000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3542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Mask (Sigmoid)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53542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3 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3542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22-channel mask = 22 electrodes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56632"/>
            <a:ext cx="114300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97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ChannelRebalancer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12978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129784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CI-specific: balance inter-channel stimulation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7-8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DeepACE Paper: Training &amp; Experiments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Training Data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Paired Data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Clean speech + Noise = Noisy speech (mixture)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Input: mixture WAV (16kHz)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Clean speech -&gt; ACE -&gt; Electrodogram (target)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Target: .mat (T, 22) -&gt; transpose -&gt; (22, T)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C62828"/>
                </a:solidFill>
                <a:latin typeface="Microsoft YaHei"/>
              </a:defRPr>
            </a:pPr>
            <a:r>
              <a:t>Key Design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Input = noisy speech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  Target = electrodogram from clean speech via 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486400" cy="457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Speech Enh.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960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DeepACE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54864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Noisy speech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Noisy speech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82880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Clean spectrogram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1874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Clean electrodogram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Domain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Time-frequency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CI stimulation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74320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Spectrogram MSE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788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Electrodogram MSE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29200"/>
            <a:ext cx="54864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023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Microsoft YaHei"/>
              </a:defRPr>
            </a:pPr>
            <a:r>
              <a:t>Connection to Module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DeepACE and speech enhancement (Module 5) share the same philosophy - both recover clean from noisy, just in different output domains.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Discussion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Encoder uses Conv1d to replace FFT+band division. Advantages? Potential issues?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Question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Cost of obtaining paired data? Alternatives without paired data?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54864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Question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What does causal=True mean in config.yaml? Why does CI need causality?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Question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Does DeepACE replace ACE entirely or improve upon it? Pros/cons?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486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Question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Will the model work with unseen speakers/noise?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 &amp; Homework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Reviewed ACE strategy pipeline with code verification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Observed noise impact on ACE channel selection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Understood limitations of traditional methods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Read DeepACE paper with structured methodology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Mapped DeepACE architecture to prior knowledge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30352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914400"/>
            <a:ext cx="54864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Complete all questions in the reading guide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Draw DeepACE data flow diagram with tensor shapes at each step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Pre-read: DeepACE_torch/ code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5303520" cy="16459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54864" cy="1645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DeepACE Code Analysis &amp; Running - from understanding paper to running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