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Module4 Session3 (Optional): DeepACE Modification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From Reading Code to Improving Models - Experiment Design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Agenda (2.5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0:00-0:15  Review + Questions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0:15-0:45  Experiment design methodology: How to propose meaningful hypotheses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0:45-1:15  Experiment 1: Modify channel selection strategy (change M, add attention)</a:t>
            </a:r>
          </a:p>
          <a:p>
            <a:pPr>
              <a:spcAft>
                <a:spcPts val="48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1:15-1:25  Break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1:25-1:55  Experiment 2: Modify loss function (weighted MSE, sparsity constraint)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1:55-2:20  Experiment 3: Comprehensive comparison + Results analysis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2:20-2:30  Summary: From reading code to improving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Experiment Design Methodology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How to Design a Modification Experiment?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Don't modify blindly - always start with a hypothesis.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31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1.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Based on understanding of model and problem, propose a clear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Example: If we reduce M, model focuses on most important bands, potentially improving noise robustness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73152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2. Modification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What to change and 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Example: Change M from 22 to 12 in config.yaml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3.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Use unmodified model as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Example: M=22 original model trained on same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731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4.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Metrics to measure 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6634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Example: MSE at different SNRs, channel activation pattern changes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73152" cy="8229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5.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97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Do results support hypothesis? Why?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66928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Example: M=12 has lower MSE at low SNR, supports hypothesis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Experiment 1: Modify Channel Selection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Experiment 1a: Vary Output Channel Count 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Hypothesis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Nmaxima is a key parameter in ACE strategy. Traditional ACE fixes it at 8.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How does DeepACE adapt when output channel count M changes?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Reducing M forces model to learn more compact representation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058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Compare models with different 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configs = [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{"M": 22, "label": "M=22 (original, 22 electrodes)"},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{"M": 16, "label": "M=16 (16 channels)"},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{"M": 12, "label": "M=12 (12 channels)"},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{"M": 8,  "label": "M=8  (8 channels)"},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for cfg in configs: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model = DeepACE(..., M=cfg["M"])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Observe output shape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Observation Points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 only affects output channels, not time resolution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Time dimension determined by Encoder stride (independent of M)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Expected Results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M=22: Baseline, all electrode channels available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M=12: Equivalent to 12-channel CI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M=8:  Close to Nmaxima=8 in traditional ACE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Smaller M -&gt; model must encode more efficiently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474720"/>
            <a:ext cx="5303520" cy="29260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474720"/>
            <a:ext cx="54864" cy="29260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Reflection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M=22 corresponds to modern CI with 22 electrodes, but some CIs only have 12 or 16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Changing M does not affect model structure (except the last layer)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This demonstrates DeepACE flexibility - same architecture adapts to different electrode 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Experiment 1b: Add Channel Attention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class ChannelAttention(nn.Module):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__init__(self, n_channels, reduction=4):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self.avg_pool = nn.AdaptiveAvgPool1d(1)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self.fc = nn.Sequential(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nn.Linear(n_channels, n_channels // reduction),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nn.ReLU(),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nn.Linear(n_channels // reduction, n_channels),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nn.Sigmoid()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forward(self, x):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# x: (batch, channels, time)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b, c, t = x.shape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y = self.avg_pool(x).view(b, c)  # Global pool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y = self.fc(y).view(b, c, 1)     # Channel weights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return x * y  # Weighted output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model_with_attn = DeepACEWithAttention(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base_model, n_channels=22)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Channel Attention Idea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Traditional ACE: fixed top-N channel selection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DeepACE: learned mask, soft selection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+ Attention: further learn channel importance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How it works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1. Global average pooling -&gt; channel statistics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2. FC layers -&gt; channel weights (0~1)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3. Original output * weights -&gt; weighted output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Parameter overhead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22 -&gt; 5 -&gt; 22 (reduction=4)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= 22*5 + 5*22 = 220 parameters (negligible)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54864" cy="10972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Adaptive Channel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Let the model learn when each channel should be activated - a step toward adaptive N-of-M.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Experiment 2: Modify Loss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Modify Loss Function: Weighted MSE + Sparsity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Hypothesis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MSE treats all channels and timesteps equally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But CI electrodes have different frequency ranges and importance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Low-frequency channels (fundamental info) may be more important than high-frequency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05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Channel-Weighted MSE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class WeightedChannelMSE(nn.Module):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def __init__(self, n_channels=22):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# Learnable channel weights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self.channel_weights = nn.Parameter(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torch.ones(n_channels))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def forward(self, pred, target):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weights = torch.softmax(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self.channel_weights, dim=0)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weights = weights.view(1, -1, 1)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return ((pred-target)**2 * weights).mean()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4864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Sparse MSE (encourage fewer active channels)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class SparseMSE(nn.Module):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def __init__(self, sparsity_weight=0.01):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self.sparsity_weight = sparsity_weight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self.mse = nn.MSELoss()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def forward(self, pred, target):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mse_loss = self.mse(pred, target)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# L1 sparsity: encourage more zeros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sparsity_loss = torch.mean(torch.abs(pred))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return mse_loss + self.sparsity_weight * sparsity_loss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sparsity_weight controls sparsity strength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0.01: mild sparsity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0.1:  strong sparsity (approaching N-of-M)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175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Loss Function Behaviors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MSE (baseline)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Equal treatment for all channels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Sensitive to outliers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WeightedChannelMSE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Weights learnable, auto-adjust during training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Important channels get larger weights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SparseMSE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Extra penalty on activation values -&gt; encourage sparsity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Simulates N-of-M effect of selecting fewer channels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Experiment 3: Evaluation at Different SNR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Generate test signals at different SNRs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def generate_test_signal(duration=4.0, sr=16000, snr_db=10):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Signal: harmonic superposition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signal = sum((0.3/h) * np.sin(2*np.pi*150*h*t)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for h in range(1, 6))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Noise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noise = np.random.randn(n_samples)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Mix at target SNR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snr_linear = 10 ** (snr_db / 10)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noise_scaled = noise * np.sqrt(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speech_power / (noise_power * snr_linear))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return (signal + noise_scaled).astype(np.float32)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Test across SNR range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snr_levels = [-10, -5, 0, 5, 10, 15, 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Hypothesis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Higher SNR -&gt; DeepACE output closer to target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Lower SNR -&gt; larger error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C62828"/>
                </a:solidFill>
                <a:latin typeface="Microsoft YaHei"/>
              </a:defRPr>
            </a:pPr>
            <a:r>
              <a:t>Key Question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Does DeepACE have a larger advantage over traditional ACE at low SNR?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Evaluation Metrics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Output statistics: SNR(dB) -&gt; mean, std, activation ratio (&gt;0.1)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Visualization: Electrodogram comparison at different SNRs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MSE: Prediction error at each SNR level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Channel activation patterns: Which channels activate at which SNR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Comprehensive Experiment: Modifications vs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def run_experiment(model, loss_fn, train_loader,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   valid_loader, n_epochs=5, lr=1e-3):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optimizer = Adam(model.parameters(), lr=lr)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for epoch in range(n_epochs):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# Train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model.train()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for mix, tgt in train_loader: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optimizer.zero_grad()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out = model(mix)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min_len = min(out.shape[2], tgt.shape[2])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loss = loss_fn(out[:,:,:min_len],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         tgt[:,:,:min_len])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loss.backward()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clip_grad_norm_(model.parameters(), 5.0)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optimizer.step()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# Validate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model.eval()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with torch.no_grad():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for mix, tgt in valid_loader: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...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return train_losses, valid_losses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Experiment Plan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Exp 1: Baseline (M=22, MSE)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Original config as reference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Exp 2: M=12, MSE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Reduced channels, observe adaptability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Exp 3: M=22, SparseMSE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Sparsity constraint, simulate N-of-M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Analysis Dimensions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Training/validation loss curves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Final validation loss comparison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Channel activation pattern differences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54864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Control Variable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Change only one factor at a time while keeping others the same - fundamental principle of scientific experiments.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Experiment Report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1. Experiment Purpose (1-2 sentences)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2. Hypothesis (1-2 sentences)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3. Modifications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Which files/parameters were changed?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Specific code changes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4. Experimental Setup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Dataset: mini dataset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Training params: epoch, batch_size, lr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Baseline: original model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5. Results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Training/validation loss curves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Quantitative comparison table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6. Analysis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Do results support the hypothesis?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Why or why not?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7. Conclusion (1-2 sentences)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5303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914400"/>
            <a:ext cx="54864" cy="5303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From Reading Code to Improving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This IS the scientific research workflow: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 Observe phenomena: Run original code, examine outputs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 Ask questions: What can be improved? Why?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3. Literature review: How did others solve this?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4. Design experiments: Hypothesis -&gt; Modification -&gt; Compare -&gt; Analyze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5. Iterate: Adjust direction based on results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Module 4 purpose: Transition from following tutorials to independent analysis and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Recommended Future Research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1. Adaptive Channel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Let model dynamically decide how many channels to activate (not fixed N-of-M)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73152" cy="1280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2. Multi-task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Simultaneously predict electrodogram and enhanced spectrogram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7315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3. Speaker 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Fine-tune model for individual speakers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7744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4. Real-time Inference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Deploy model to embedded devices (CI processors)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73152" cy="1280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5. Subjective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Convert model output to acoustic signal for CI user listening tests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7315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6. Cross-dataset Generalization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Test generalization across noise types and speakers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What we did today: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Learned experiment design methodology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Hypothesis -&gt; Modification -&gt; Compare -&gt; Evaluate -&gt; Analyze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Tried three modification directions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Channel selection strategy, loss function, noise robustness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Practiced complete comparison experiment workflow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Control variables, quantitative comparison, results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1828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914400"/>
            <a:ext cx="54864" cy="1828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Basic: Run complete DeepACE training and inference, submit run log and output analysis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Advanced: Design and implement a modification experiment, write a brief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30352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01752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Module 4 Core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From following tutorials to independent analysis and improvement - this is the core skill of scientific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