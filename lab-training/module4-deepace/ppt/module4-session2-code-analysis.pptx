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Module4 Session2: DeepACE Code Analysis &amp; Running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Microsoft YaHei"/>
              </a:defRPr>
            </a:pPr>
            <a:r>
              <a:t>From Paper to Code - Tracing Data Flow Module by Module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Agenda (2.5 hours)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0:00-0:15  Review paper questions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0:15-0:45  Code structure overview + Model instantiation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0:45-1:15  Module-by-module analysis: Encoder -&gt; Rectifier -&gt; MaskGenerator -&gt; Decoder</a:t>
            </a:r>
          </a:p>
          <a:p>
            <a:pPr>
              <a:spcAft>
                <a:spcPts val="480"/>
              </a:spcAft>
              <a:defRPr sz="1600" b="0">
                <a:solidFill>
                  <a:srgbClr val="999999"/>
                </a:solidFill>
                <a:latin typeface="Microsoft YaHei"/>
              </a:defRPr>
            </a:pPr>
            <a:r>
              <a:t>1:15-1:25  Break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1:25-1:55  Dataset loading + Run training (mini dataset)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1:55-2:20  Inference + Channel selection visualization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2:20-2:30  Summary &amp; Next session preview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7ACC"/>
                </a:solidFill>
                <a:latin typeface="Microsoft YaHei"/>
              </a:defRPr>
            </a:pPr>
            <a:r>
              <a:t>Section 1-2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Code Structure &amp; Model Instantiation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DeepACE_torch Directory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502920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0584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DeepACE_torch/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+-- config.yaml      # Training configuration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+-- model.py         # DeepACE main model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+-- netblocks.py     # Network sub-modules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|   +-- Rectifier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|   +-- ConvBlock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|   +-- MaskGenerator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|   +-- ChannelRebalancer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+-- dataset.py       # Dataset loading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+-- train.py         # Training entry point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+-- test.py          # Testing entry point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+-- losses.py        # Loss functions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+-- utils.py         # Utility functions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+-- data/            # Data directory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9144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07ACC"/>
                </a:solidFill>
                <a:latin typeface="Microsoft YaHei"/>
              </a:defRPr>
            </a:pPr>
            <a:r>
              <a:t>Code Reading Strategy</a:t>
            </a:r>
          </a:p>
          <a:p>
            <a:pPr>
              <a:spcAft>
                <a:spcPts val="240"/>
              </a:spcAft>
              <a:defRPr sz="8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1. See the forest first, then the trees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Understand overall architecture before diving deep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2. config.yaml is the entry point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All hyperparameters defined here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3. model.py is the main thread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Defines complete forward pass flow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4. netblocks.py are building blocks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Each module can be understood independently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5. Track tensor shapes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Print shape in forward() to trace data 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Configuration &amp; Model Instantiation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594360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0584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Load config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with open('config.yaml', 'r') as f: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config = yaml.safe_load(f)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Key config parameters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DeepACE: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L: 32          # Encoder kernel size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N: 64          # Encoder feature dim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P: 3           # ConvBlock kernel size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B: 64          # ConvBlock hidden dim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S: 16          # Encoder stride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H: 128         # ConvBlock output dim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X: 2           # ConvBlocks per Stack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R: 2           # Number of Stacks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M: 22          # Output channels = CI electrodes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msk_activate: sigmoid  # Mask activation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causal: True   # Causality (real-time processing)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Create model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model = DeepACE(L=32, N=64, P=3, B=64, S=16,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        H=128, X=2, R=2, M=22,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        msk_activate='sigmoid', causal=True)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Parameter count ~ 1.8M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9144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007ACC"/>
                </a:solidFill>
                <a:latin typeface="Microsoft YaHei"/>
              </a:defRPr>
            </a:pPr>
            <a:r>
              <a:t>Parameter Interpretation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L=32, S=16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kernel=32, stride=16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Like hop_length=16 -&gt; stim_rate=1000Hz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N=64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Encoder outputs 64 feature channels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Much more than 22 electrodes -&gt; needs dim reduction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M=22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Output channels = CI electrode count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Physical constraint, cannot change arbitrarily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causal=True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Only look at past, not future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CI needs real-time processing -&gt; must be causal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7ACC"/>
                </a:solidFill>
                <a:latin typeface="Microsoft YaHei"/>
              </a:defRPr>
            </a:pPr>
            <a:r>
              <a:t>Section 3-4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Data Flow: From Input to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Complete Data Flow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640080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05840"/>
            <a:ext cx="6126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Input: (batch, 1, 64000)  &lt;- 4s audio at 16kHz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1. Pad signal -&gt; (batch, 1, 64032)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Padding for exact division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2. Encoder: Conv1d(1, 64, kernel=32, stride=16)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-&gt; (batch, 64, 4002)     &lt;- Learned time-freq analysis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3. Rectifier: Learnable activation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-&gt; (batch, 64, 4002)     &lt;- Shape unchanged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4. Mask Generator: R x X ConvBlocks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-&gt; (batch, 22, 4002)     &lt;- 64-dim -&gt; 22-channel mask!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5. Apply mask: feats * mask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-&gt; (batch, 64, 4002)     &lt;- Selective filtering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6. Decoder: ConvTranspose1d(64, 22)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-&gt; (batch, 22, 4002)     &lt;- Dim reduction to 22 channels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7. ChannelRebalancer: Channel scaling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-&gt; (batch, 22, 4002)     &lt;- Adaptive THR/MCL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8. Hardtanh: Clip to [1e-6, 1.0]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-&gt; (batch, 22, 4002)     &lt;- Final electrodogram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9. Remove padding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-&gt; (batch, 22, ~250)     &lt;- ~250 frames for 4s audio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91440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007ACC"/>
                </a:solidFill>
                <a:latin typeface="Microsoft YaHei"/>
              </a:defRPr>
            </a:pPr>
            <a:r>
              <a:t>Shape Change Highlights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Encoder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(1, 64000) -&gt; (64, 4002)</a:t>
            </a:r>
          </a:p>
          <a:p>
            <a:pPr>
              <a:spcAft>
                <a:spcPts val="359"/>
              </a:spcAft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  Samples reduced dramatically</a:t>
            </a:r>
          </a:p>
          <a:p>
            <a:pPr>
              <a:spcAft>
                <a:spcPts val="359"/>
              </a:spcAft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  -&gt; Like spectrogram time-freq representation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Mask Generator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(64, 4002) -&gt; (22, 4002)</a:t>
            </a:r>
          </a:p>
          <a:p>
            <a:pPr>
              <a:spcAft>
                <a:spcPts val="359"/>
              </a:spcAft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  Key! Channels from 64 -&gt; 22</a:t>
            </a:r>
          </a:p>
          <a:p>
            <a:pPr>
              <a:spcAft>
                <a:spcPts val="359"/>
              </a:spcAft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  -&gt; Learned channel selection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Final Output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(22, ~250)</a:t>
            </a:r>
          </a:p>
          <a:p>
            <a:pPr>
              <a:spcAft>
                <a:spcPts val="359"/>
              </a:spcAft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  22 channels x ~250 frames</a:t>
            </a:r>
          </a:p>
          <a:p>
            <a:pPr>
              <a:spcAft>
                <a:spcPts val="359"/>
              </a:spcAft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  = Traditional ACE electrodogram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Time Dimension</a:t>
            </a:r>
          </a:p>
          <a:p>
            <a:pPr>
              <a:spcAft>
                <a:spcPts val="359"/>
              </a:spcAft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  stim_rate=1000Hz</a:t>
            </a:r>
          </a:p>
          <a:p>
            <a:pPr>
              <a:spcAft>
                <a:spcPts val="359"/>
              </a:spcAft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  4s -&gt; ~250 frames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Core Module: Encoder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502920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0584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encoder = model.encoder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Conv1d properties: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  in_channels: 1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  out_channels: 64 (N)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  kernel_size: 32 (L)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  stride: 16 (S=L/2)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  padding: 0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Compare with traditional ACE: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  ACE:  Framing(win=128, hop=18)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        -&gt; FFT(128 points)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        -&gt; Band power (22)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  DeepACE Encoder: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        Conv1d(k=32, s=16)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        -&gt; (64 feature channels)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9144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Encoder automatically learns framing + spectral analysis!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stride=16 -&gt; hop_length=16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Corresponds to stim_rate = 16000/16 = 1000 Hz</a:t>
            </a:r>
          </a:p>
          <a:p>
            <a:pPr>
              <a:spcAft>
                <a:spcPts val="12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kernel=32 -&gt; window size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Each view covers 32 samples = 2ms audio</a:t>
            </a:r>
          </a:p>
          <a:p>
            <a:pPr>
              <a:spcAft>
                <a:spcPts val="12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64 output channels &gt;&gt; 22 electrodes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Overcomplete representation -&gt; rich features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Core Modules: Rectifier + Mask Generator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007ACC"/>
                </a:solidFill>
                <a:latin typeface="Microsoft YaHei"/>
              </a:defRPr>
            </a:pPr>
            <a:r>
              <a:t>Rectifier</a:t>
            </a:r>
          </a:p>
          <a:p>
            <a:pPr>
              <a:spcAft>
                <a:spcPts val="12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9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input -&gt; ReLU(input) * w_pos + ReLU(-input) * w_neg</a:t>
            </a:r>
          </a:p>
          <a:p>
            <a:pPr>
              <a:spcAft>
                <a:spcPts val="12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w_pos, w_neg are learnable parameters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More flexible than ReLU: learnable negative-axis response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Allows asymmetric activation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9144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E86C00"/>
                </a:solidFill>
                <a:latin typeface="Microsoft YaHei"/>
              </a:defRPr>
            </a:pPr>
            <a:r>
              <a:t>Mask Generator</a:t>
            </a:r>
          </a:p>
          <a:p>
            <a:pPr>
              <a:spcAft>
                <a:spcPts val="12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Structure: R=2 Stacks x X=2 ConvBlocks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Each ConvBlock contains: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1x1 GroupNorm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P-dilated Conv1d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SE (Squeeze-Excitation) Layer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LAuReL (augmented residual connection)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Skip Connection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1B2A4A"/>
                </a:solidFill>
                <a:latin typeface="Microsoft YaHei"/>
              </a:defRPr>
            </a:pPr>
            <a:r>
              <a:t>Key Correspondences</a:t>
            </a:r>
          </a:p>
          <a:p>
            <a:pPr>
              <a:spcAft>
                <a:spcPts val="12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SE Layer -&gt; Module 3 attention, but in channel dimension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LAuReL -&gt; Enhanced residual: alpha*x + beta*f(x), alpha/beta learnable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Skip Connection -&gt; Same as UNet/ResNet, solves gradient vanishing in deep nets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Dilated Conv -&gt; Expands receptive field without adding parameters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Core Modules: Decoder + ChannelRebalancer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007ACC"/>
                </a:solidFill>
                <a:latin typeface="Microsoft YaHei"/>
              </a:defRPr>
            </a:pPr>
            <a:r>
              <a:t>Decoder</a:t>
            </a:r>
          </a:p>
          <a:p>
            <a:pPr>
              <a:spcAft>
                <a:spcPts val="12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ConvTranspose1d(64 -&gt; 22)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Maps high-dim features back to 22 electrode channels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1">
                <a:solidFill>
                  <a:srgbClr val="C62828"/>
                </a:solidFill>
                <a:latin typeface="Microsoft YaHei"/>
              </a:defRPr>
            </a:pPr>
            <a:r>
              <a:t>Why need Decoder?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Mask Generator outputs 22-channel mask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But masked features are still 64-dim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Need to reduce to 22-dim = CI electrode 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9144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E86C00"/>
                </a:solidFill>
                <a:latin typeface="Microsoft YaHei"/>
              </a:defRPr>
            </a:pPr>
            <a:r>
              <a:t>ChannelRebalancer</a:t>
            </a:r>
          </a:p>
          <a:p>
            <a:pPr>
              <a:spcAft>
                <a:spcPts val="12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CI-specific module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Learns a scaling factor per electrode channel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Ensures reasonable stimulation levels across 22 channels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1">
                <a:solidFill>
                  <a:srgbClr val="2E7D32"/>
                </a:solidFill>
                <a:latin typeface="Microsoft YaHei"/>
              </a:defRPr>
            </a:pPr>
            <a:r>
              <a:t>Corresponds to traditional ACE function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Traditional ACE: THR/MCL set manually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DeepACE: Scaling factors learned from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114800"/>
            <a:ext cx="54864" cy="2286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187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Microsoft YaHei"/>
              </a:defRPr>
            </a:pPr>
            <a:r>
              <a:t>DeepACE vs Traditional ACE Function Mapping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Band division -&gt; Encoder (learned)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N-of-M selection -&gt; Mask Generator (learned)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Log compression -&gt; Hardtanh (fixed range [1e-6, 1.0])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THR/MCL adjustment -&gt; ChannelRebalancer (learned)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-&gt; Every step of traditional ACE has a learnable counterpart!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7ACC"/>
                </a:solidFill>
                <a:latin typeface="Microsoft YaHei"/>
              </a:defRPr>
            </a:pPr>
            <a:r>
              <a:t>Section 5-6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Dataset Loading &amp; Training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DeepACE Data Format &amp; Loading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548640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05840"/>
            <a:ext cx="5212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Data format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Input (mixture WAV):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Sample rate: 16000 Hz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Duration: 4.0 s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Samples: 64000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Shape: (1, 64000)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Target (target .mat):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stim_rate: 1000 Hz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block_shift: 16 samples/frame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Total frames: ~250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Electrode channels: 22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Shape: (250, 22) -&gt; transpose -&gt; (22, 250)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Dataset loading pipeline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1. Read WAV -&gt; (1, 64000)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2. Read .mat['lgf'] -&gt; (250, 22) -&gt; transpose -&gt; (22, 250)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3. Segment by segment_length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4. collate_fn pads to same length then stacks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Mini dataset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train: 20 files | valid: 5 files | test: 3 files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Total size ~10MB, one epoch ~5-30 seconds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9144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007ACC"/>
                </a:solidFill>
                <a:latin typeface="Microsoft YaHei"/>
              </a:defRPr>
            </a:pPr>
            <a:r>
              <a:t>Paired Data Construction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Input = Clean speech + Noise</a:t>
            </a:r>
          </a:p>
          <a:p>
            <a:pPr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Target = ACE electrodogram of clean speech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1">
                <a:solidFill>
                  <a:srgbClr val="E86C00"/>
                </a:solidFill>
                <a:latin typeface="Microsoft YaHei"/>
              </a:defRPr>
            </a:pPr>
            <a:r>
              <a:t>Data Flow</a:t>
            </a:r>
          </a:p>
          <a:p>
            <a:pPr>
              <a:spcAft>
                <a:spcPts val="12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Clean speech --+--&gt; Mix -&gt; WAV input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             |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Noise ---------+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             |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Clean speech --&gt; ACE --&gt; .mat target</a:t>
            </a:r>
          </a:p>
          <a:p>
            <a:pPr>
              <a:spcAft>
                <a:spcPts val="240"/>
              </a:spcAft>
              <a:defRPr sz="8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1">
                <a:solidFill>
                  <a:srgbClr val="2E7D32"/>
                </a:solidFill>
                <a:latin typeface="Microsoft YaHei"/>
              </a:defRPr>
            </a:pPr>
            <a:r>
              <a:t>Key insight: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Model never sees clean speech waveform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It only learns: noisy waveform -&gt; clean electrodogram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Training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594360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0584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Training parameters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batch_size: 4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learning_rate: 1e-4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loss: MSELoss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num_epochs: 5 (demo) / 150 (full)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Training loop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for epoch in range(n_epochs):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model.train()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for mix, tgt in train_loader: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mix, tgt = mix.to(device), tgt.to(device)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optimizer.zero_grad()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output = model(mix)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# Align lengths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min_len = min(output.shape[2], tgt.shape[2])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output = output[:, :, :min_len]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tgt = tgt[:, :, :min_len]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loss = criterion(output, tgt)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loss.backward()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# Gradient clipping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torch.nn.utils.clip_grad_norm_(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    model.parameters(), max_norm=5.0)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optimizer.step()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# Validation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model.eval()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with torch.no_grad():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9144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007ACC"/>
                </a:solidFill>
                <a:latin typeface="Microsoft YaHei"/>
              </a:defRPr>
            </a:pPr>
            <a:r>
              <a:t>Training Tips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Loss: MSE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Compare predicted vs target electrodogram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Per-channel, per-timestep mean squared error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Gradient Clipping: max_norm=5.0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Prevents gradient explosion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Especially important for RNN/sequential models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Length Alignment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output and target may have different frame counts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Take min_len to ensure comparability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Learning Rate: 1e-4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Smaller than 1e-3 used in Modules 2-3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More complex model needs more cautious LR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7ACC"/>
                </a:solidFill>
                <a:latin typeface="Microsoft YaHei"/>
              </a:defRPr>
            </a:pPr>
            <a:r>
              <a:t>Section 7-8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Inference &amp; Channel Selection 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Inference: Comparing ACE vs DeepACE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007ACC"/>
                </a:solidFill>
                <a:latin typeface="Microsoft YaHei"/>
              </a:defRPr>
            </a:pPr>
            <a:r>
              <a:t>Inference Pipeline</a:t>
            </a:r>
          </a:p>
          <a:p>
            <a:pPr>
              <a:spcAft>
                <a:spcPts val="12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1. Load pretrained weights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2. Input noisy speech -&gt; forward pass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3. Output predicted electrodogram (22, T')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4. Compare with target electrodogram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914400"/>
            <a:ext cx="530352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00584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Load pretrained weights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checkpoint = torch.load(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'best_model.pth', map_location=device)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model.load_state_dict(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checkpoint['model_state_dict'])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Inference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model.eval()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with torch.no_grad():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output = model(mix)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Visualize comparison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Top: Target (ACE on clean speech)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Bottom: DeepACE output (from noisy)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007ACC"/>
                </a:solidFill>
                <a:latin typeface="Microsoft YaHei"/>
              </a:defRPr>
            </a:pPr>
            <a:r>
              <a:t>Channel Selection Analysis</a:t>
            </a:r>
          </a:p>
          <a:p>
            <a:pPr>
              <a:spcAft>
                <a:spcPts val="12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DeepACE learned channel selection patterns vs traditional ACE: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Count each channel activation frequency (value &gt; threshold)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Compare activation frequencies between DeepACE and Target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DeepACE may learn adaptive N-of-M: different channels per frame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If some channels never activate -&gt; model deems them unimportant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Summary &amp; Homework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07ACC"/>
                </a:solidFill>
                <a:latin typeface="Microsoft YaHei"/>
              </a:defRPr>
            </a:pPr>
            <a:r>
              <a:t>What we did today: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0">
                <a:solidFill>
                  <a:srgbClr val="2E7D32"/>
                </a:solidFill>
                <a:latin typeface="Microsoft YaHei"/>
              </a:defRPr>
            </a:pPr>
            <a:r>
              <a:t>Analyzed DeepACE code structure from overview to details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0">
                <a:solidFill>
                  <a:srgbClr val="2E7D32"/>
                </a:solidFill>
                <a:latin typeface="Microsoft YaHei"/>
              </a:defRPr>
            </a:pPr>
            <a:r>
              <a:t>Traced complete data flow with tensor shapes at each step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0">
                <a:solidFill>
                  <a:srgbClr val="2E7D32"/>
                </a:solidFill>
                <a:latin typeface="Microsoft YaHei"/>
              </a:defRPr>
            </a:pPr>
            <a:r>
              <a:t>Ran training pipeline with mini dataset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0">
                <a:solidFill>
                  <a:srgbClr val="2E7D32"/>
                </a:solidFill>
                <a:latin typeface="Microsoft YaHei"/>
              </a:defRPr>
            </a:pPr>
            <a:r>
              <a:t>Performed inference, compared DeepACE output vs ACE target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914400"/>
            <a:ext cx="5303520" cy="2286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914400"/>
            <a:ext cx="54864" cy="228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9875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Microsoft YaHei"/>
              </a:defRPr>
            </a:pPr>
            <a:r>
              <a:t>Homework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2801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Read complete train.py code, understand all training loop details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Read losses.py, understand available loss functions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(Optional) Prepare modification experiment plan for next session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474720"/>
            <a:ext cx="5303520" cy="1645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3474720"/>
            <a:ext cx="54864" cy="1645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5478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Microsoft YaHei"/>
              </a:defRPr>
            </a:pPr>
            <a:r>
              <a:t>Core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8404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DeepACE uses Encoder-Mask-Decoder pattern to replace traditional ACE fixed pipeline. Each component has a prototype in prior knowledge.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