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011680"/>
            <a:ext cx="27432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88AADD"/>
                </a:solidFill>
                <a:latin typeface="Microsoft YaHei"/>
              </a:defRPr>
            </a:pPr>
            <a:r>
              <a:t>模块3 · 第2次课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CRNN音频分类器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99BB"/>
                </a:solidFill>
                <a:latin typeface="Microsoft YaHei"/>
              </a:defRPr>
            </a:pPr>
            <a:r>
              <a:t>CI/助听器实验室 · 开发技能培训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7799"/>
                </a:solidFill>
                <a:latin typeface="Microsoft YaHei"/>
              </a:defRPr>
            </a:pPr>
            <a:r>
              <a:t>时长 2.5h  |  编程能力：能组合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• 用PyTorch搭建完整的音频分类pipeline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  （数据加载→特征提取→模型→训练→评估）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• 搭建CRNN（CNN+RNN）音频分类器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• 掌握评估指标：混淆矩阵、Precision、Recall、F1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• 理解从通用分类到音频分类的关键差异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743200"/>
            <a:ext cx="18288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§1 PyTorch Audio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ABBDD"/>
                </a:solidFill>
                <a:latin typeface="Microsoft YaHei"/>
              </a:defRPr>
            </a:pPr>
            <a:r>
              <a:t>Dataset + DataLoader + 特征提取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音频数据Pipeline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5943600" cy="5029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5577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import torch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from torch.utils.data import Dataset, DataLoader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import torchaudio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class AudioDataset(Dataset):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def __init__(self, file_list, labels, sr=16000, n_mels=64):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self.file_list = file_list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self.labels = labels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self.mel_transform = torchaudio.transforms.MelSpectrogram(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    sample_rate=sr, n_mels=n_mels)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self.to_db = torchaudio.transforms.AmplitudeToDB()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def __len__(self):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return len(self.file_list)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def __getitem__(self, idx):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waveform, sr = torchaudio.load(self.file_list[idx])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mel = self.to_db(self.mel_transform(waveform))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label = self.labels[idx]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return mel, label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train_loader = DataLoader(train_dataset, batch_size=32, shuffle=True)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371600"/>
            <a:ext cx="4389120" cy="4572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0" y="1554480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🔑 Pipeline全流程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1. Dataset.__getitem__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   加载wav → 提取mel → 返回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2. DataLoader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   自动组batch、shuffle、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   多进程加载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3. 模型 forward()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   batch送入模型 → 输出分类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4. 计算loss → backward → step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743200"/>
            <a:ext cx="18288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§2 CRNN模型架构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ABBDD"/>
                </a:solidFill>
                <a:latin typeface="Microsoft YaHei"/>
              </a:defRPr>
            </a:pPr>
            <a:r>
              <a:t>CNN找模式 + GRU理解顺序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CRNN = CNN + GRU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70"/>
              </a:spcAft>
              <a:defRPr sz="1900" b="1">
                <a:solidFill>
                  <a:srgbClr val="333333"/>
                </a:solidFill>
                <a:latin typeface="Microsoft YaHei"/>
              </a:defRPr>
            </a:pPr>
            <a:r>
              <a:t>核心思想：CNN提取局部时频模式，GRU建模时序依赖，FC做最终分类</a:t>
            </a:r>
          </a:p>
          <a:p>
            <a:pPr algn="l">
              <a:spcAft>
                <a:spcPts val="570"/>
              </a:spcAft>
              <a:defRPr sz="1900" b="1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570"/>
              </a:spcAft>
              <a:defRPr sz="1900" b="1">
                <a:solidFill>
                  <a:srgbClr val="333333"/>
                </a:solidFill>
                <a:latin typeface="Microsoft YaHei"/>
              </a:defRPr>
            </a:pPr>
            <a:r>
              <a:t>语谱图 → CNN(局部模式) → GRU(时序) → FC(分类)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743200"/>
            <a:ext cx="5943600" cy="36576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5577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class CRNN(nn.Module):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def __init__(self, num_classes=50):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super().__init__()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self.cnn = nn.Sequential(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    nn.Conv2d(1, 32, 3, padding=1), nn.ReLU(),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    nn.MaxPool2d((2, 1)),  # 只频率池化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    nn.Conv2d(32, 64, 3, padding=1), nn.ReLU(),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    nn.MaxPool2d((2, 1)),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self.gru = nn.GRU(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    input_size=64 * (n_mels // 4),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    hidden_size=128, batch_first=True)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self.fc = nn.Linear(128, num_classes)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def forward(self, x):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x = self.cnn(x)           # CNN特征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b, c, f, t = x.shape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x = x.view(b, t, c * f)   # 重排给GRU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x, _ = self.gru(x)        # 时序建模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x = self.fc(x[:, -1, :])  # 取最后时刻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return x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2743200"/>
            <a:ext cx="4389120" cy="3200400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2926080"/>
            <a:ext cx="4023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🔑 关键设计</a:t>
            </a:r>
          </a:p>
          <a:p>
            <a:pPr algn="l">
              <a:spcAft>
                <a:spcPts val="450"/>
              </a:spcAft>
              <a:defRPr sz="1500" b="1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50"/>
              </a:spcAft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MaxPool只在频率维度！</a:t>
            </a:r>
          </a:p>
          <a:p>
            <a:pPr algn="l">
              <a:spcAft>
                <a:spcPts val="450"/>
              </a:spcAft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保留时间维度给GRU</a:t>
            </a:r>
          </a:p>
          <a:p>
            <a:pPr algn="l">
              <a:spcAft>
                <a:spcPts val="450"/>
              </a:spcAft>
              <a:defRPr sz="1500" b="1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50"/>
              </a:spcAft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x.view(b, t, c*f) 重排</a:t>
            </a:r>
          </a:p>
          <a:p>
            <a:pPr algn="l">
              <a:spcAft>
                <a:spcPts val="450"/>
              </a:spcAft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CNN输出→GRU输入格式</a:t>
            </a:r>
          </a:p>
          <a:p>
            <a:pPr algn="l">
              <a:spcAft>
                <a:spcPts val="450"/>
              </a:spcAft>
              <a:defRPr sz="1500" b="1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50"/>
              </a:spcAft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x[:, -1, :] 取最后时刻</a:t>
            </a:r>
          </a:p>
          <a:p>
            <a:pPr algn="l">
              <a:spcAft>
                <a:spcPts val="450"/>
              </a:spcAft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GRU的最后一个隐藏状态</a:t>
            </a:r>
          </a:p>
          <a:p>
            <a:pPr algn="l">
              <a:spcAft>
                <a:spcPts val="450"/>
              </a:spcAft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包含整个序列的信息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743200"/>
            <a:ext cx="18288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§3 评估指标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ABBDD"/>
                </a:solidFill>
                <a:latin typeface="Microsoft YaHei"/>
              </a:defRPr>
            </a:pPr>
            <a:r>
              <a:t>准确率不够——混淆矩阵、Precision、Recall、F1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评估指标详解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为什么准确率(Accuracy)不够？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假设数据：99%噪声 + 1%语音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模型全部预测为"噪声" → 准确率99%！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但完全没检测到语音——毫无用处！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Precision（精确率）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  预测为语音中，真正是语音的比例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Recall（召回率）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  真正是语音中，被正确预测的比例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F1 = 2 × P × R / (P + R)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  精确率和召回率的调和平均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114800"/>
            <a:ext cx="1051560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51960"/>
            <a:ext cx="10149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from sklearn.metrics import confusion_matrix, classification_report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import seaborn as sns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预测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y_pred = model(X_test).argmax(1).cpu().numpy()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y_true = y_test.cpu().numpy()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混淆矩阵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cm = confusion_matrix(y_true, y_pred)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sns.heatmap(cm, annot=True, fmt='d')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完整报告（Precision, Recall, F1）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print(classification_report(y_true, y_pred, target_names=class_names))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本节要点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2560320" cy="7315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1. Audio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508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Dataset加载wav→提取mel→DataLoader组batch→模型训练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68880"/>
            <a:ext cx="2560320" cy="7315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606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2. CRNN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606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CNN提取局部时频模式 + GRU建模时序 + FC分类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566160"/>
            <a:ext cx="2560320" cy="7315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703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3. 频率池化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703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MaxPool只在频率维度，保留时间维度给GRU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663439"/>
            <a:ext cx="2560320" cy="7315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80059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4. 评估指标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80059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混淆矩阵看详情，F1比Accuracy更全面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课后练习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基础（必做）：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1. 搭建CRNN对ESC-50分类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2. 训练至少20个epoch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3. 画出混淆矩阵，分析哪些类别容易混淆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4. 计算Precision/Recall/F1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029200"/>
            <a:ext cx="10515600" cy="91440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120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📌 下次课预告：CI相关音频分类实战 — VAD语音活动检测、可懂度分类、模型调优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谢谢！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BBDD"/>
                </a:solidFill>
                <a:latin typeface="Microsoft YaHei"/>
              </a:defRPr>
            </a:pPr>
            <a:r>
              <a:t>课后完成CRNN训练，下次课做CI相关的实战。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