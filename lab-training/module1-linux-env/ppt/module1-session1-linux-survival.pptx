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AADD"/>
                </a:solidFill>
                <a:latin typeface="Microsoft YaHei"/>
              </a:defRPr>
            </a:pPr>
            <a:r>
              <a:t>模块1 · 第1次课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Linux生存指南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CI/助听器实验室 · 开发技能培训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99"/>
                </a:solidFill>
                <a:latin typeface="Microsoft YaHei"/>
              </a:defRPr>
            </a:pPr>
            <a:r>
              <a:t>时长 2.5h  |  编程能力：能读懂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在Linux终端下完成基本的文件操作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理解文件权限和管道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通过SSH远程连接服务器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使用tmux让程序在后台运行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能在服务器上找到、查看、操作音频文件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为什么要用Linux？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GPU服务器几乎都运行Linux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深度学习框架在Linux上最稳定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服务器是共享资源，Linux天然支持多用户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CI/助听器研究的计算需求需要大量计算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371600"/>
            <a:ext cx="4114800" cy="2743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5544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💡 类比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你的笔记本是工作站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服务器是工厂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你在工作站上设计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去工厂里生产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§1 文件系统与基本命令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pwd / ls / cd / mkdir / rm / cp / mv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我在哪里？有什么？—— pwd 和 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45720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pwd            # 显示当前工作目录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ls             # 列出当前目录内容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ls -la         # 详细信息（权限、大小、时间）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ls -lh         # 人类可读的文件大小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371600"/>
            <a:ext cx="548640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ls -la 输出解读：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-rwxr-xr-x 1 user group 4096 Jan 15 10:30 file.py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第1列：文件类型+权限  (rwxr-xr-x)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第2列：硬链接数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第3列：所有者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第4列：所属组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第5列：文件大小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第6列：修改时间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第7列：文件名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去哪里？—— cd 切换目录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cd /home/user       # 绝对路径：从根目录开始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cd data              # 相对路径：从当前目录开始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cd ..                # 返回上一级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cd ~                 # 回到home目录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cd -                 # 回到上次所在的目录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🗺️ 绝对路径 vs 相对路径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绝对路径：完整地址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/home/user/data/audio.wav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像邮寄地址："湖北省武汉市XX路XX号"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相对路径：从当前位置出发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data/audio.wav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像"往前走50米左转"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创建、删除、复制、移动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02920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创建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mkdir project              # 创建目录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mkdir -p project/data      # 递归创建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复制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cp file.txt backup/        # 复制文件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cp -r data/ backup/        # 递归复制目录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移动 / 重命名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mv old.txt new.txt         # 重命名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mv file.txt data/          # 移动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删除（⚠️ 慎用！没有回收站！）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rm file.txt                # 删除文件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rm -r directory/           # 递归删除目录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rm -ri directory/          # 逐个确认删除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36576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⚠️ rm 的安全习惯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删除前先 ls 确认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rm -ri 逐个确认模式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绝对不要运行 rm -rf /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rm 删除的文件不进回收站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删了就没了，养成好习惯！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练习1：文件操作（在终端中完成）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按顺序完成以下操作，注意每一步的命令和输出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1. pwd 确认你当前在哪个目录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2. mkdir -p ~/lab-training/module1-exercise 创建目录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3. cd 进入这个目录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4. touch test.txt 创建空文件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5. cp test.txt test_backup.txt 复制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6. ls -la 确认两个文件都存在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7. rm test_backup.txt 删除备份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8. ls 确认只剩 test.txt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§2 权限、管道与重定向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Linux最强大的特性之一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文件权限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权限格式：-rwxr-xr-x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第1位：文件类型 (- = 文件, d = 目录)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第2-4位：所有者权限 (rwx)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第5-7位：组权限 (r-x)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第8-10位：其他人权限 (r-x)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chmod +x script.sh     # 添加执行权限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chmod 755 script.sh    # 7=rwx 5=r-x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chmod 644 data.txt     # 6=rw- 4=r--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🔑 权限数字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4 = 读 (r)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 = 写 (w)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 = 执行 (x)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7 = 4+2+1 = rwx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6 = 4+2 = rw-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5 = 4+1 = r-x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常用组合：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文件 644, 目录 755, 脚本 755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管道 (Pipe) —— 把命令串起来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t>管道 | 把一个命令的输出传给下一个命令——这是Linux最强大的特性之一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4864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找出当前目录下所有Python文件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find . -name '*.py' | head -5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统计文件行数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cat data.csv | wc -l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搜索包含error的行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grep 'error' train.log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组合使用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find . -name '*.wav' | wc -l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828800"/>
            <a:ext cx="50292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9659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重定向输出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python train.py &gt; train.log 2&gt;&amp;1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追加模式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echo 'done' &gt;&gt; train.log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只保存错误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python train.py 2&gt; error.log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10515600" cy="201168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🔧 音频处理中的管道应用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find /data -name "*.wav" | wc -l                         # 统计wav文件数量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for f in *.wav; do sox "$f" -r 16000 "resampled/$f"; done  # 批量转换采样率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nvidia-smi | grep python                                 # 查看GPU上的Python进程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练习2：管道与重定向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在终端中完成以下操作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1. find . -name "*.ipynb" 找出所有notebook文件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2. find . -name "*.ipynb" | wc -l 统计数量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3. grep "import" 某个文件 搜索关键词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4. grep "import" 某个文件 &gt; imports.txt 把结果保存到文件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§3 SSH远程连接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安全地连接服务器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SSH基本连接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基本连接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ssh username@server_ip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指定端口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ssh -p 2222 username@server_ip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使用密钥连接（更安全）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ssh -i ~/.ssh/my_key username@server_ip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上传文件到服务器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scp local_file.txt user@server:~/dir/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从服务器下载文件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scp user@server:~/file.txt ./local/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传输整个目录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scp -r local_dir/ user@server:~/dir/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💡 SSH配置文件 (~/.ssh/config) 简化连接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Host gpu-server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 HostName 192.168.1.100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 User myname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配置之后只需 ssh gpu-server 即可连接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练习3：连接服务器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用SSH连接到租用的GPU服务器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1. ssh 你的用户名@服务器IP  连接服务器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2. hostname 和 whoami 确认身份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3. nvidia-smi 查看GPU信息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4. scp 传输一个小文件到服务器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5. 在服务器上确认文件已传输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§4 tmux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让程序在后台运行——断开SSH也不中断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tmux——让程序在后台运行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问题：SSH断开后，正在运行的训练会中断。tmux创建"虚拟终端"，断开SSH程序仍在运行。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7472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tmux new -s 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933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新建session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347472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Ctrl+b 然后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249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分离session（不断开）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347472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56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tmux attach -s 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456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重新连接session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347472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879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tmux 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1879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列出所有session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347472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194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Ctrl+b 然后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9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新建窗口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577840"/>
            <a:ext cx="347472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509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Ctrl+b 然后 0/1/2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6509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切换窗口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tmux典型工作流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1. SSH连接服务器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ssh gpu-server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2. 创建tmux session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tmux new -s training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3. 在tmux中运行训练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python train.py --epochs 100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4. 分离session（训练继续运行）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按 Ctrl+b，然后按 d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5. 断开SSH（可以关电脑了）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exit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--- 几小时后 ---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6. 重新SSH连接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ssh gpu-server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7. 重新连接tmux session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tmux attach -s training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8. 查看训练进度（还在运行！）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练习4：tmux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模拟后台运行场景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1. tmux new -s test 创建session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2. 在session中运行 ping localhost（模拟长时间程序）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3. Ctrl+b 然后 d 分离session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4. tmux ls 确认session还在运行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5. tmux attach -s test 重新连接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6. Ctrl+C 停止 ping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7. 输入 exit 退出tmux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§5 Vim基础与VS Code Remote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服务器上编辑文件的两种方式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Vim最小生存指南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你不需要精通Vim，只需要能改配置文件就行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82880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74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进入插入模式（开始编辑）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182880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Esc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退出插入模式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182880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:w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保存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182880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:q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947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退出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182880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:wq 或 ZZ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保存并退出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29200"/>
            <a:ext cx="182880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:q!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不保存强制退出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69279"/>
            <a:ext cx="182880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7149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/关键词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7149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搜索（n 下一个）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1371600"/>
            <a:ext cx="4572000" cy="27432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15544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💡 提示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不确定当前什么模式？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多按几次 Esc 回到普通模式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Vim不是必须的！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nano 更简单：nano file.txt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VS Code Remote 更好用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VS Code Remote（推荐）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设置步骤：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1. 安装 VS Code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2. 安装 Remote-SSH 扩展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3. Ctrl+Shift+P → Remote-SSH: Connect to Host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4. 输入 username@server_ip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5. 等待连接（首次需安装VS Code Server）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6. 连接后就像在本地编辑一样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✅ 优点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图形界面，不需要Vim命令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代码高亮、自动补全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内置终端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Jupyter Notebook支持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文件管理器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§6 音频文件操作实战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sox 和 ffmpeg——音频处理的瑞士军刀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音频文件常用操作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查看音频信息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soxi file.wav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ffprobe file.wav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转换采样率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sox input.wav -r 16000 output.wav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格式转换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ffmpeg -i input.mp3 output.wav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截取片段（从1.0秒开始截取2.0秒）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sox input.wav output.wav trim 1.0 2.0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拼接音频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sox part1.wav part2.wav combined.wav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调整音量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sox input.wav output.wav vol 0.5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生成白噪声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sox -n noise.wav synth 5.0 whitenoise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批量转换采样率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mkdir -p resampled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for f in *.wav; do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sox "$f" -r 16000 "resampled/$f"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批量 mp3→wav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for f in *.mp3; do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ffmpeg -i "$f" "${f%.mp3}.wav"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统计wav文件数量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find . -name '*.wav' | wc -l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754880"/>
            <a:ext cx="502920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846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💡 后续模块会频繁使用这些命令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sox 用于音频处理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ffmpeg 用于格式转换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练习5：音频文件操作（小挑战）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连接服务器后完成以下任务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1. 找到服务器上的 wav 文件目录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2. 统计 wav 文件数量 (find + wc)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3. 查看一个 wav 文件信息 (soxi)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4. 计算所有 wav 文件总大小 (du)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5. 用 Python 读取 wav 并打印波形长度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01168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1. 文件操作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4447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cd/ls/pwd/mkdir/rm/cp/mv 是最基本的命令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201168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2. 管道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677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| 把命令串起来，是Linux最强大的特性之一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201168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90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3. SSH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906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远程连接服务器的标准方式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201168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4. tmux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136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让程序在后台运行，断开SSH也不中断训练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201168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36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5. Vim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736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只需会打开/编辑/保存/退出；日常用VS Code Remote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201168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595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6. 音频操作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5595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sox 和 ffmpeg 是音频处理的瑞士军刀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课后练习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Microsoft YaHei"/>
              </a:defRPr>
            </a:pPr>
            <a:r>
              <a:t>基础（必做）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完成以下操作并记录命令和输出：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SSH连接服务器，hostname + nvidia-smi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创建 ~/lab-training/module1/ 目录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用 echo 创建文本文件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cp 复制、ls 查看、rm 删除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tmux 创建/分离/重连session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保存为 exercise1-log.txt 提交到Git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C00"/>
                </a:solidFill>
                <a:latin typeface="Microsoft YaHei"/>
              </a:defRPr>
            </a:pPr>
            <a:r>
              <a:t>进阶（选做）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写一个bash脚本 batch_convert.sh：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接受输入目录和输出目录两个参数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将所有 .wav 转为16kHz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打印处理进度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自动创建输出目录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📌 下次课预告：深度学习环境搭建 — Conda、PyTorch、Jupyter、SSH端口转发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课后完成练习，下次课见。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