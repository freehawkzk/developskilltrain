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模块1 · 第2次课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深度学习环境搭建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本节课目标：成功运行 import torch + GPU验证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理解Conda环境管理的作用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能创建、激活、管理Conda环境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成功安装PyTorch并验证GPU可用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使用Jupyter Lab进行交互式开发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掌握SSH端口转发，在本地浏览器中使用服务器上的Jupyter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了解Docker的基本概念和使用方式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114800"/>
            <a:ext cx="4754880" cy="18288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42062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Consolas"/>
              </a:defRPr>
            </a:pPr>
            <a:r>
              <a:t>🎯 本节课终极目标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Consolas"/>
              </a:defRPr>
            </a:pP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Consolas"/>
              </a:defRPr>
            </a:pPr>
            <a:r>
              <a:t>import torch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Consolas"/>
              </a:defRPr>
            </a:pPr>
            <a:r>
              <a:t>torch.cuda.is_available()  # → True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Conda环境管理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每个项目一个独立的工具箱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为什么需要虚拟环境？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❌ 没有虚拟环境的噩梦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项目A需要 numpy 1.21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项目B需要 numpy 1.24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项目A需要 Python 3.9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项目B需要 Python 3.11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全部装在一起 → 冲突！崩溃！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✅ 虚拟环境 = 独立的工具箱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每个项目一个独立环境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互不干扰，随意切换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类比：实验室里的不同实验台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每个实验台有独立的仪器和试剂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💡 Conda vs pip vs venv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Conda：可以安装Python和非Python包（如CUDA库），管理更全面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pip：Python包管理器，包更多但只管Python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venv：Python内置虚拟环境，比Conda轻量但功能少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推荐：本培训使用Conda（一句话装PyTorch+CUDA）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Conda基本操作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创建环境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create -n lab-training python=3.10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激活环境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activate lab-training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退出环境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deactivate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列出所有环境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env list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删除环境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env remove -n lab-training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从配置文件创建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env create -f environment.yml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导出当前环境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env export &gt; environment.yml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安装包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install numpy scipy matplotlib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conda找不到的包用pip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pip install pesq pystoi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查看已安装的包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list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更新包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update numpy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754880"/>
            <a:ext cx="5029200" cy="164592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⚠️ 重要规则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优先用 conda install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conda找不到再用 pip install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不要在同一个环境中混用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conda和pip装同一个包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练习1：创建Conda环境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在终端中按步骤完成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1. conda create -n lab-training python=3.10   创建环境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2. conda activate lab-training                 激活环境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3. python --version                            确认Python版本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4. which python                                确认在正确环境中（路径含lab-training）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PyTorch安装与验证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安装前必须确认CUDA版本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安装PyTorch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Microsoft YaHei"/>
              </a:defRPr>
            </a:pPr>
            <a:r>
              <a:t>先确认CUDA版本！运行 nvidia-smi 查看右上角的CUDA版本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CUDA 11.8（最常用）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install pytorch torchvision torchaudio \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pytorch-cuda=11.8 -c pytorch -c nvidia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CUDA 12.1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install pytorch torchvision torchaudio \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pytorch-cuda=12.1 -c pytorch -c nvidia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CPU版本（没有GPU时使用）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conda install pytorch torchvision torchaudio \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cpuonly -c pytorch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安装要点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1. 先 nvidia-smi 确认CUDA版本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2. 到 pytorch.org 选择对应命令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3. 复制粘贴到终端执行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4. 等待下载（可能需要几分钟）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⚠️ CUDA版本必须和PyTorch版本匹配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版本不匹配 → torch.cuda.is_available() =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验证安装——最重要的环节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import torch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print('PyTorch版本:', torch.__version__)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print('CUDA可用:', torch.cuda.is_available())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if torch.cuda.is_available():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print('CUDA版本:', torch.version.cuda)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print('GPU数量:', torch.cuda.device_count())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print('GPU名称:', torch.cuda.get_device_name(0))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print('GPU内存: %.1f GB' % (torch.cuda.get_device_properties(0).total_mem / 1024**3))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核心验证：GPU张量运算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x = torch.randn(1000, 1000).cuda()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y = torch.randn(1000, 1000).cuda()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z = torch.mm(x, y)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print(f'GPU矩阵运算: {z.shape} OK!')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练习2：完成环境验证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确保以下所有验证都通过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☐ torch.cuda.is_available() 返回 True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☐ torch.cuda.get_device_name(0) 显示GPU型号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☐ import torchaudio 正常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☐ import librosa 正常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☐ GPU张量运算正常（cuda() + mm()）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Microsoft YaHei"/>
              </a:defRPr>
            </a:pPr>
            <a:r>
              <a:t>如果任何一步失败 → 不要慌！参考后面的"环境问题排查清单"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pip vs conda 与 environment.yml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环境管理的最佳实践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pip vs conda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99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特性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27432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99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conda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371600"/>
            <a:ext cx="27432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399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011680"/>
            <a:ext cx="2743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包来源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11680"/>
            <a:ext cx="2743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Anaconda仓库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011680"/>
            <a:ext cx="2743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PyPI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6060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二进制依赖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6060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自动处理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6060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不处理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200400"/>
            <a:ext cx="2743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非Python包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200400"/>
            <a:ext cx="2743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可以安装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200400"/>
            <a:ext cx="2743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不可以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7947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速度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7947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较慢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7947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较快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4389120"/>
            <a:ext cx="2743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包数量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4389120"/>
            <a:ext cx="2743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较少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389120"/>
            <a:ext cx="2743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非常多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5303520"/>
            <a:ext cx="877824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0" y="5394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Microsoft YaHei"/>
              </a:defRPr>
            </a:pPr>
            <a:r>
              <a:t>规则：优先conda，找不到再用pip。environment.yml 更适合分享——别人可以一键复现。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environment.yml——一键复现环境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name: lab-training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channels: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pytorch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conda-forge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defaults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dependencies: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python=3.10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numpy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scipy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matplotlib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pytorch&gt;=2.0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torchaudio&gt;=2.0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librosa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pip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- pip: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- pesq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- pystoi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使用方式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# 创建环境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conda env create -f environment.yml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# 导出当前环境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conda env export &gt; environment.yml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# 从配置重建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conda env create -f environment.yml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分享代码时把 environment.yml 一起给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别人就能一键复现你的环境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§4 Docker基础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环境的终极兜底方案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Docker——把整个环境打包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Docker是什么？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容器化技术，把整个环境打包成镜像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类比：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Conda环境 = 在自己房间布置家具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Docker镜像 = 把整个房间打包，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           搬到任何地方都能用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运行容器（带GPU支持）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docker run --gpus all -p 8888:8888 -v $(pwd):/workspace lab-training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参数说明：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--gpus all              使用所有GPU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-p 8888:8888            端口映射（Jupyter）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-v $(pwd):/workspace    挂载当前目录到容器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💡 你不需要会写Dockerfile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培训者已准备好预配置镜像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你只需要会用就行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§5 SSH端口转发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在本地浏览器中使用服务器上的Jupyter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问题：服务器没有显示器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我们租用的GPU服务器运行Linux，没有图形界面。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Jupyter Lab是网页应用，需要用浏览器打开。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但服务器的网页你无法直接看到——除非你把服务器的端口"转发"到你自己的电脑上。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💡 类比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服务器的Jupyter → 像一个在远程房间里播放的广播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SSH端口转发 → 像拉一根线，把广播接到你自己的耳机上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你 → 在自己的电脑浏览器中就能看到服务器上的Jupyter界面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架构图：SSH端口转发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6012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9235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┌──────────────┐         SSH端口转发          ┌──────────────┐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│   你的电脑    │  ←────── 隧道 ──────→        │  远程服务器   │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│  (本地浏览器) │  localhost:8888 → 服务器:8888 │  Jupyter Lab  │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└──────────────┘                               └──────────────┘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整个流程分三步：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第一步（服务器）：启动Jupyter Lab → jupyter lab --no-browser --port=8888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第二步（本地电脑）：建立SSH隧道 → ssh -L 8888:localhost:8888 user@server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第三步（本地浏览器）：打开 http://localhost:8888/lab?token=xxx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第一步：在服务器上启动Jupyter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SSH连接到服务器后，在服务器终端运行：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conda activate lab-training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jupyter lab --no-browser --port=8888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参数说明：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--no-browser  服务器没有浏览器，不加会报错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--port=8888   使用8888端口（可换成其他数字）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启动后终端会显示：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http://localhost:8888/lab?token=abc123def456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                    ↑ 记下这个token！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⚠️ 注意：不要关闭这个终端！Jupyter运行期间终端必须保持打开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记下终端中显示的token，后面要用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第二步：在本地建立SSH隧道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打开一个新的本地终端（不要关闭服务器的SSH连接！）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基本格式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ssh -L 本地端口:localhost:远程端口 用户名@服务器地址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实际例子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ssh -L 8888:localhost:8888 student@192.168.1.100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如果8888端口被占用，换一个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ssh -L 8889:localhost:8888 student@192.168.1.100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💡 一步到位（推荐）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在SSH连接时就设置好端口转发，不需要开两个终端：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ssh -L 8888:localhost:8888 student@192.168.1.100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连上后在服务器上启动 jupyter lab --no-browser --port=8888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然后本地浏览器直接打开 http://localhost:8888/lab?token=xxx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第三步：在本地浏览器中打开Jupyter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333333"/>
                </a:solidFill>
                <a:latin typeface="Consolas"/>
              </a:defRPr>
            </a:pPr>
            <a:r>
              <a:t># 在本地浏览器地址栏输入：</a:t>
            </a:r>
          </a:p>
          <a:p>
            <a:pPr>
              <a:spcAft>
                <a:spcPts val="200"/>
              </a:spcAft>
              <a:defRPr sz="1700">
                <a:solidFill>
                  <a:srgbClr val="333333"/>
                </a:solidFill>
                <a:latin typeface="Consolas"/>
              </a:defRPr>
            </a:pPr>
            <a:r>
              <a:t>http://localhost:8888/lab?token=abc123def456</a:t>
            </a:r>
          </a:p>
          <a:p>
            <a:pPr>
              <a:spcAft>
                <a:spcPts val="200"/>
              </a:spcAft>
              <a:defRPr sz="1700">
                <a:solidFill>
                  <a:srgbClr val="333333"/>
                </a:solidFill>
                <a:latin typeface="Consolas"/>
              </a:defRPr>
            </a:pPr>
            <a:r>
              <a:t># 把token替换成第一步中显示的实际token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Microsoft YaHei"/>
              </a:defRPr>
            </a:pPr>
            <a:r>
              <a:t>如果一切正常，你应该能看到Jupyter Lab的界面！你正在用自己的浏览器，操作远程服务器上的Jupyter。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多人共用服务器的端口分配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99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学生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371600"/>
            <a:ext cx="25603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99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SSH命令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5603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99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Jupyter启动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371600"/>
            <a:ext cx="25603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399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浏览器地址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01168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39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学生A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1168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039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ssh -L 8888:localhost:8888 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039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jupyter lab --port=8888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039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localhost:8888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56032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587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学生B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56032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587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ssh -L 8889:localhost:8889 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56032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587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jupyter lab --port=8889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56032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587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localhost:8889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136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学生C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10896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136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ssh -L 8890:localhost:8890 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136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jupyter lab --port=8890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10896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3136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localhost:8890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62828"/>
                </a:solidFill>
                <a:latin typeface="Microsoft YaHei"/>
              </a:defRPr>
            </a:pPr>
            <a:r>
              <a:t>⚠️ 重要：如果两个人用了同一个端口，Jupyter会启动失败。请确认端口不冲突！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303520"/>
            <a:ext cx="10515600" cy="11887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007ACC"/>
                </a:solidFill>
                <a:latin typeface="Microsoft YaHei"/>
              </a:defRPr>
            </a:pPr>
            <a:r>
              <a:t>💡 VS Code Remote 替代方案：安装Remote-SSH扩展，连接后自动处理端口转发，更友好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练习3：SSH端口转发实操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约10分钟完成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1. SSH连接到服务器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2. 在服务器上启动 jupyter lab --no-browser --port=8888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3. 在本地新终端运行 ssh -L 8888:localhost:8888 user@server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4. 浏览器打开 http://localhost:8888/lab?token=xxx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5. 在Jupyter中新建notebook，运行 print("Hello from server!")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§6 环境问题排查清单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遇到问题不要慌，逐项检查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常见问题排查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18872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216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可能原因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18872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216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conda: command not found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78308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Conda未安装或未入PATH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78308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安装Miniconda，重启终端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torch.cuda.is_available() = False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42316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CUDA版本不匹配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42316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nvidia-smi检查，重装对应版本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6324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ImportError: No module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06324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包未安装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06324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conda/pip install xxx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03319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Jupyter打不开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3703319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端口未转发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703319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检查SSH端口转发配置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4340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浏览器"无法访问"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434340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SSH隧道未建立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434340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重跑 ssh -L 8888:localhost:8888 ...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端口被占用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498348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其他人用了同一端口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498348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换端口号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623559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6692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conda安装太慢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5623559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56692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默认源在国外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5623559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56692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配置国内镜像源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1. Conda环境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447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独立的工具箱，一个项目一个环境，互不干扰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256032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2. 安装PyTorch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677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必须匹配CUDA版本，用nvidia-smi先确认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256032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3. 优先conda，pip补充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906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conda处理二进制依赖更好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256032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4.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9136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环境的终极兜底——一条命令启动完整环境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256032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365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5. SSH端口转发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736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ssh -L 8888:localhost:8888 user@server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256032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595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6. 排查清单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5595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大部分是版本不匹配，逐项检查即可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Microsoft YaHei"/>
              </a:defRPr>
            </a:pPr>
            <a:r>
              <a:t>基础（必做）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三种环境验证：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1. 本地笔记本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安装Miniconda + PyTorch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运行验证代码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2. GPU服务器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SSH连接 + 端口转发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torch.cuda.is_available() = True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3. Google Colab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更改运行时为T4 GPU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运行验证代码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C00"/>
                </a:solidFill>
                <a:latin typeface="Microsoft YaHei"/>
              </a:defRPr>
            </a:pPr>
            <a:r>
              <a:t>进阶（选做）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1. Docker使用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用Docker镜像启动容器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2. 环境配置文件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导出environment.yml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在另一台机器复现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3. Jupyter Lab配置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安装扩展和自动补全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下一模块预告：模块2 深度学习入门 — 神经网络、反向传播、PyTorch实战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课后完成练习，确保三种环境都可用。下次课开始深度学习！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