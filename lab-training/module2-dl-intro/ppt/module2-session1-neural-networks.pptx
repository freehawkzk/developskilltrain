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模块2 · 第1次课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从感知机到神经网络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编程能力：能读懂 → 能修改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理解"学习"就是"调参数"——从线性回归开始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理解梯度下降的直觉（下山走最陡的路）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理解激活函数的必要性（没有非线性=一层网络）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理解反向传播的直觉（误差信号回传）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用PyTorch搭建并训练MLP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• 训练MLP对正弦波进行分类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840480" cy="27432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5544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📋 前置知识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模块0：类(class)和继承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模块1：Python环境已就绪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import torch 能运行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torch.cuda.is_available() = True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什么是"学习"？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从线性回归开始——学习就是调参数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线性回归：最简单的"学习"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目标：找到一条直线 y = wx + b，使得预测值和真实值的差距最小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w 和 b 是参数（需要"学习"的量）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损失函数衡量预测和真实的差距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梯度下降法自动调整参数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54864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生成数据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x = np.random.randn(100, 1)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y = 3 * x + 2 + 0.5 * np.random.randn(100, 1)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参数初始化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 = np.random.randn()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b = 0.0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lr = 0.01  # 学习率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梯度下降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for epoch in range(100):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y_pred = w * x + b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loss = np.mean((y_pred - y) ** 2)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计算梯度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dw = np.mean(2 * (y_pred - y) * x)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db = np.mean(2 * (y_pred - y))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更新参数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w -= lr * dw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b -= lr *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371600"/>
            <a:ext cx="4754880" cy="4572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🔑 核心概念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损失函数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衡量预测与真实的差距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梯度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损失函数对参数的偏导数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 → 告诉你"参数该变大还是变小"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梯度下降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沿梯度反方向更新参数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 → 类比：下山走最陡的路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学习率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每次更新的步长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 → 太大→震荡发散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 → 太小→收敛太慢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梯度下降的直觉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666666"/>
                </a:solidFill>
                <a:latin typeface="Microsoft YaHei"/>
              </a:defRPr>
            </a:pPr>
            <a:r>
              <a:t>想象你站在山顶，蒙着眼睛，要走到谷底。你用脚试探周围的坡度，然后向最陡的下坡方向迈一步。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28600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1. 前向传播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用当前参数计算预测值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y_pred = w * x +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228600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2. 计算损失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衡量预测和真实的差距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loss = mean((y_pred - y)²)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228600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3. 反向传播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计算梯度（坡度）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dw, db = ∂loss/∂w, ∂loss/∂b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94960"/>
            <a:ext cx="2286000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4. 更新参数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向梯度反方向走一步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532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w = w - lr * dw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学习率的影响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00400" cy="20116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❌ 学习率太大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参数震荡、发散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loss忽大忽小不收敛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像下山一步迈太大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直接跳过谷底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200400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463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✅ 学习率合适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参数平稳收敛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loss稳定下降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像下山一步一步走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稳步到达谷底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371600"/>
            <a:ext cx="3200400" cy="201168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463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⚠️ 学习率太小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收敛极慢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需要非常多epoch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像下山迈小碎步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花很久才到谷底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不同学习率的对比实验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for lr in [1e-1, 1e-2, 1e-4]: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w, b = np.random.randn(), 0.0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losses = []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for epoch in range(200):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y_pred = w * x + b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loss = np.mean((y_pred - y) ** 2)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losses.append(loss)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dw = np.mean(2 * (y_pred - y) * x)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db = np.mean(2 * (y_pred - y))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w -= lr * dw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b -= lr * db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plt.plot(losses, label=f'lr={lr}')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plt.legend(); plt.xlabel('Epoch'); plt.ylabel('Loss'); plt.title('Learning Rate Comparison')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激活函数与MLP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为什么需要非线性？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为什么需要激活函数？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没有激活函数的多层网络 = 一层网络！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数学证明：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h = W₁x + b₁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y = W₂h + b₂ = W₂(W₁x + b₁) + b₂ = (W₂W₁)x + (W₂b₁+b₂)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  → 仍然是线性变换！多层等于一层！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371600"/>
            <a:ext cx="475488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✅ 加入激活函数后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  h = ReLU(W₁x + b₁)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  y = W₂h + b₂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  → 不再等价于一层！</a:t>
            </a:r>
          </a:p>
          <a:p>
            <a:pPr algn="l">
              <a:spcAft>
                <a:spcPts val="48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  → 可以拟合任意复杂函数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Microsoft YaHei"/>
              </a:defRPr>
            </a:pPr>
            <a:r>
              <a:t>ReLU——最常用的激活函数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ReLU: 负数变0，正数不变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def relu(x):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return max(0, x)  # 或 np.maximum(0, x)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PyTorch中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import torch.nn as nn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relu = nn.ReLU()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💡 对信号处理的同学来说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ReLU ≈ 半波整流！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负半轴截断，正半轴保留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这是你在信号处理中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已经非常熟悉的概念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多层感知机(MLP)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9436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import torch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import torch.nn as nn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SimpleMLP(nn.Module):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__init__(self, input_dim, hidden_dim, output_dim):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super().__init__()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self.layers = nn.Sequential(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nn.Linear(input_dim, hidden_dim),  # 输入→隐藏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nn.ReLU(),                          # 激活函数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nn.Linear(hidden_dim, hidden_dim),  # 隐藏→隐藏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nn.ReLU(),                          # 激活函数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nn.Linear(hidden_dim, output_dim),  # 隐藏→输出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def forward(self, x):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return self.layers(x)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model = SimpleMLP(input_dim=16, hidden_dim=64, output_dim=2)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print(model)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89120" cy="4572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🔑 MLP结构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输入层 → 隐藏层1 → 隐藏层2 → 输出层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    ReLU        ReLU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nn.Sequential 的作用：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按顺序组合多个层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数据自动依次流过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nn.Linear(in, out)：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线性变换 y = Wx + b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in=输入维度, out=输出维度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forward()：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定义数据如何流过网络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PyTorch基础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张量、自动微分、nn.Module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PyTorch张量(Tensor)——NumPy +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import torch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创建张量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x = torch.tensor([1.0, 2.0, 3.0])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X = torch.randn(3, 4)  # 3x4随机矩阵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GPU加速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if torch.cuda.is_available():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x = x.cuda()       # 移到GPU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X = X.cuda()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张量运算（和NumPy几乎一样）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y = x * 2 + 1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z = torch.matmul(X, X.T)  # 矩阵乘法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形状操作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print(x.shape)        # torch.Size([3])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print(X.shape)        # torch.Size([3, 4])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print(X.view(4, 3))   # 改变形状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4754880" cy="4572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NumPy vs PyTorch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np.array → torch.tensor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np.dot → torch.matmul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np.reshape → tensor.view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关键区别：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自动微分（autograd）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自动计算梯度！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GPU加速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.cuda() 即可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3. nn.Module生态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神经网络的积木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自动微分——PyTorch的核心魔法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59436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import torch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requires_grad=True 告诉PyTorch追踪梯度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 = torch.tensor([2.0], requires_grad=True)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b = torch.tensor([0.0], requires_grad=True)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前向传播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x = torch.tensor([1.0, 2.0, 3.0])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y = torch.tensor([5.0, 8.0, 11.0])  # y = 3x + 2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y_pred = w * x + b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loss = torch.mean((y_pred - y) ** 2)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反向传播——一行代码计算梯度！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loss.backward()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print(f'梯度 dw = {w.grad}')  # 梯度告诉你参数该往哪调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print(f'梯度 db = {b.grad}')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更新参数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with torch.no_grad():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w -= 0.01 * w.grad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b -= 0.01 * b.grad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89120" cy="36576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自动微分 vs 手动求导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手动：自己算梯度公式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dw = mean(2*(y_pred-y)*x)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db = mean(2*(y_pred-y))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自动：一行代码搞定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loss.backward()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PyTorch帮你算好了！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不管网络多复杂都行！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训练循环——深度学习的核心模式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训练循环 = 这5步反复执行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for epoch in range(num_epochs):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for batch_x, batch_y in dataloader: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# Step 1: 前向传播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y_pred = model(batch_x)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# Step 2: 计算损失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loss = criterion(y_pred, batch_y)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# Step 3: 反向传播（计算梯度）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optimizer.zero_grad()  # 清零旧梯度！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loss.backward()        # 自动计算梯度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# Step 4: 更新参数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optimizer.step()       # 沿梯度方向走一步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# Step 5: 评估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print(f'Epoch {epoch}, Loss: {loss.item():.4f}')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E7D32"/>
                </a:solidFill>
                <a:latin typeface="Microsoft YaHei"/>
              </a:defRPr>
            </a:pPr>
            <a:r>
              <a:t>这5步是所有深度学习训练的通用模式！从MLP到CNN到Transformer，训练循环都长这样。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§4 实战：正弦波分类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训练MLP区分低频和高频信号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正弦波分类任务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任务：生成低频(100-300Hz)和高频(700-1500Hz)的正弦波，训练MLP进行分类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50292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生成数据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def generate_sine_wave(freq, duration=0.5, sr=16000):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t = np.linspace(0, duration, int(sr*duration))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wave = np.sin(2 * np.pi * freq * t)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return wave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低频: 100-300 Hz → 标签0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高频: 700-1500 Hz → 标签1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提取特征：简单用FFT频谱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from scipy.fft import rfft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def extract_features(wave):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spectrum = np.abs(rfft(wave))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return spectrum[:256]  # 取前256个频率分量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50292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803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# 训练MLP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model = SimpleMLP(input_dim=256, hidden_dim=64, output_dim=2)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criterion = nn.CrossEntropyLoss()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optimizer = torch.optim.Adam(model.parameters(), lr=0.001)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for epoch in range(50):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y_pred = model(X_train)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loss = criterion(y_pred, y_train)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optimizer.zero_grad()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loss.backward()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optimizer.step()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if (epoch+1) % 10 == 0: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acc = (y_pred.argmax(1) == y_train).float().mean()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onsolas"/>
              </a:defRPr>
            </a:pPr>
            <a:r>
              <a:t>        print(f'Epoch {epoch+1}: Loss={loss:.4f} Acc={acc:.2f}')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1. 学习=调参数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损失函数衡量差距，梯度下降自动调参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2. 梯度下降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下山走最陡的路；学习率太大发散，太小太慢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3. 激活函数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引入非线性，没有激活函数多层=一层；ReLU≈半波整流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4. 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张量+自动微分+nn.Module；loss.backward()一行算梯度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5. 训练循环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前向→损失→清零梯度→反向→更新参数，5步反复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Microsoft YaHei"/>
              </a:defRPr>
            </a:pPr>
            <a:r>
              <a:t>基础（必做）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修改线性回归实验：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• 学习率改为1e-8，观察变化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• 训练轮数增加到500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• 拟合y=x²，观察线性回归效果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MLP正弦波分类进阶：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• 频率靠得更近(400Hz vs 500Hz)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• 增加隐藏层维度(64→128→256)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• 训练100轮，画loss和accuracy曲线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C00"/>
                </a:solidFill>
                <a:latin typeface="Microsoft YaHei"/>
              </a:defRPr>
            </a:pPr>
            <a:r>
              <a:t>进阶（选做）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1. 三分类任务：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低频(100-300Hz)、中频(300-700Hz)、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高频(700-1500Hz)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修改输出维度为3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2. 批大小实验：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batch_size: 8, 32, 128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记录训练速度和收敛效果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下次课预告：CNN与声音的"图像化" — 语谱图、卷积、池化、语音/噪声分类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课后完成练习，下次课见。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