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27432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8AADD"/>
                </a:solidFill>
                <a:latin typeface="Microsoft YaHei"/>
              </a:defRPr>
            </a:pPr>
            <a:r>
              <a:t>模块2 · 第3次课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训练技巧与实验方法论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CI/助听器实验室 · 开发技能培训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99"/>
                </a:solidFill>
                <a:latin typeface="Microsoft YaHei"/>
              </a:defRPr>
            </a:pPr>
            <a:r>
              <a:t>时长 2.5h  |  从"能跑通"到"能做研究"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理解过拟合/欠拟合，掌握训练/验证/测试集划分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掌握学习率、批大小、优化器选择对训练的影响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学会使用数据增强提高模型泛化能力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使用TensorBoard进行实验可视化管理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改进主线项目的CNN，达到更好的效果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§1 过拟合与欠拟合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训练集 vs 验证集 vs 测试集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过拟合与欠拟合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200400" cy="32004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过拟合 (Overfitting)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训练集准确率高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验证集准确率低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类比：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死记硬背考试题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遇到新题就不会做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训练集99%，验证集60%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3200400" cy="3200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5544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刚好 (Good Fit)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训练集准确率高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验证集准确率也高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类比：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理解了原理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新题也能做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训练集95%，验证集92%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371600"/>
            <a:ext cx="3200400" cy="32004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5544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欠拟合 (Underfitting)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训练集准确率就低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类比：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连课本例题都没学会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训练集70%，验证集68%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🔑 数据集划分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训练集（70%）→ 平时练习题，用来训练模型  |  验证集（15%）→ 模拟考试，用来调参  |  测试集（15%）→ 期末考试，最终评估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§2 超参数调优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学习率、批大小、优化器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关键超参数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2286000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学习率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太大→震荡发散，太小→收敛慢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推荐起点: 0.001 (Adam)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2286000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批大小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影响训练速度和稳定性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常用: 16, 32, 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2286000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优化器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49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参数更新的策略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Adam最常用，SGD+Momentum更精细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46320"/>
            <a:ext cx="2286000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学习率调度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训练过程中动态调整lr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StepLR, CosineAnnealing, ReduceLROnPlateau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371600"/>
            <a:ext cx="347472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50876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学习率调度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scheduler = torch.optim.lr_scheduler.StepLR(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optimizer, step_size=10, gamma=0.5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for epoch in range(50):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train_one_epoch()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scheduler.step()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print(f'lr={scheduler.get_last_lr()[0]:.6f}')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ReduceLROnPlateau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scheduler = torch.optim.lr_scheduler.ReduceLROnPlateau(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optimizer, mode='min', patience=5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§3 数据增强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提高模型泛化能力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音频数据增强方法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2011680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加噪声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在干净语音上加高斯/环境噪声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模拟真实噪声环境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2011680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时间拉伸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改变音频速度（0.8x-1.2x）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模拟不同说话速度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2011680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频谱掩蔽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749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随机遮盖一段频率/时间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SpecAugment，最常用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46320"/>
            <a:ext cx="2011680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音量变化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随机调整振幅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模拟不同录音条件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torchaudio中的频谱掩蔽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freq_mask = torchaudio.transforms.FrequencyMasking(freq_mask_param=10)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time_mask = torchaudio.transforms.TimeMasking(time_mask_param=20)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§4 TensorBoard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实验可视化——不做记录的实验等于没做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TensorBoard使用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4864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from torch.utils.tensorboard import SummaryWriter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writer = SummaryWriter('runs/experiment_1')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for epoch in range(num_epochs):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# 训练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train_loss = train_one_epoch(model, train_loader)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# 验证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val_acc = evaluate(model, val_loader)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# 记录到TensorBoard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writer.add_scalar('Loss/train', train_loss, epoch)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writer.add_scalar('Accuracy/val', val_acc, epoch)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writer.add_scalar('LR', optimizer.param_groups[0]['lr'], epoch)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writer.close()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在终端启动TensorBoard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tensorboard --logdir=runs --port=6006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浏览器打开 http://localhost:6006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371600"/>
            <a:ext cx="4754880" cy="4572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🔑 TensorBoard最佳实践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每次实验一个子目录：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runs/lr001_bs32/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runs/lr0001_bs32/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记录内容：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• 训练loss / 验证loss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• 训练accuracy / 验证accuracy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• 学习率变化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• 梯度分布（可选）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对比不同实验的结果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找到最佳超参数组合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603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1. 过拟合/欠拟合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训练好+验证差=过拟合；训练就差=欠拟合；划分训练/验证/测试集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25603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2. 超参数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23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学习率最重要；Adam默认lr=0.001；学习率调度动态调整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25603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3. 数据增强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加噪、时间拉伸、频谱掩蔽；提高泛化能力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51960"/>
            <a:ext cx="25603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4. TensorBoard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343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记录实验；不做记录的实验等于没做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12080"/>
            <a:ext cx="25603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5. 实验方法论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每次只改一个变量；记录所有参数和结果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课后练习 + 模块2综合任务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ACC"/>
                </a:solidFill>
                <a:latin typeface="Microsoft YaHei"/>
              </a:defRPr>
            </a:pPr>
            <a:r>
              <a:t>模块2综合任务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3200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✅ 基础（必做）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训练语音/噪声CNN，准确率 &gt; 85%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至少2层卷积 + 1种数据增强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TensorBoard记录训练过程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尝试至少2个学习率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提交：代码 + TensorBoard截图 + 1页报告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🏆 进阶（选做）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1. 模型结构探索（加深/加宽/ResNet）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2. 语谱图参数调优（n_mels, n_fft）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3. 噪声鲁棒性测试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4. 学习率范围测试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5. 早停机制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📌 下一模块预告：模块3 面向声音的分类模型 — 音频特征工程、CRNN、VAD、可懂度分类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课后练习可在Google Colab上完成（免费T4 GPU）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BBDD"/>
                </a:solidFill>
                <a:latin typeface="Microsoft YaHei"/>
              </a:defRPr>
            </a:pPr>
            <a:r>
              <a:t>完成综合任务后，我们进入模块3！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