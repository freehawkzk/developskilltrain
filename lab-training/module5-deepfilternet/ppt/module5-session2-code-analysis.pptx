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Module5 Session2: DeepFilterNet Code Analysis &amp;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From Paper to Code - Understanding Data Flow in DeepFilterNet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Agenda (2.5 hours)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0:00-0:15  Review paper questions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0:15-0:40  Code structure overview + comparison with DeepACE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0:40-1:10  Core module analysis: ERB features -&gt; Encoder -&gt; Deep Filtering -&gt; Decoder</a:t>
            </a:r>
          </a:p>
          <a:p>
            <a:pPr>
              <a:spcAft>
                <a:spcPts val="480"/>
              </a:spcAft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1:10-1:20  Break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1:20-1:50  Run inference: pretrained model on noisy speech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1:50-2:20  Output analysis: spectrogram comparison + PESQ/STOI/SI-SDR evaluation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2:20-2:30  Discussion: objective metrics vs subjective listening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1-2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Code Structure &amp; Model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DeepFilterNet Code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0292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DeepFilterNet-main/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+-- DeepFilterNet/df/        # Python package (core)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|   +-- deepfilternet.py     # DfNet model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|   +-- deepfilternet2.py    # DeepFilterNet2 variant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|   +-- deepfilternet3.py    # DeepFilterNet3 variant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|   +-- modules.py           # Building blocks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|   |   (Conv2dNormAct, GroupedGRU,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|   |    Mask, DfOp, etc.)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|   +-- config.py            # Config (DfParams)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|   +-- enhance.py           # Inference entry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|   +-- loss.py              # Loss functions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|   +-- model.py             # Model params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|   +-- train.py             # Training script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|   +-- io.py                # Audio I/O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+-- models/                  # Pretrained weights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+-- assets/                  # Sample audio files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+-- libDF/                   # Rust core (STFT, ERB)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+-- pyDF/                    # Python bindings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9144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Key Configuration Parameters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SR = 48000 Hz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Higher than CI's 16kHz -&gt; wider bandwidth</a:t>
            </a:r>
          </a:p>
          <a:p>
            <a:pPr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FFT_SIZE = 960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Window size: 960/48000 = 20ms</a:t>
            </a:r>
          </a:p>
          <a:p>
            <a:pPr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HOP_SIZE = 480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50% overlap, frame rate = 100 Hz</a:t>
            </a:r>
          </a:p>
          <a:p>
            <a:pPr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NB_ERB = 32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32 ERB frequency bands</a:t>
            </a:r>
          </a:p>
          <a:p>
            <a:pPr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NB_DF = 96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Deep Filtering operates on 96 low-freq bins</a:t>
            </a:r>
          </a:p>
          <a:p>
            <a:pPr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DF_ORDER = 5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5-frame temporal context for DF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Derived values: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Freq bins = 960/2+1 = 481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Algorithmic latency ~ 5ms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DfNet Architecture: 4 Core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DfNet has 4 core components working in two stages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73152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1. 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Parallel processing of ERB features and spectral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ERB path: 4 Conv2d layers, DF path: 2 Conv2d layers, merged via GroupedGRU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73152" cy="10058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2. ErbDecoder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U-Net style decoder with skip connections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Reconstructs ERB-domain mask, output via Sigmoid to [0,1]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731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3. DfDecoder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51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Generates Deep Filtering coefficients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DF coefficients (order x bins) + alpha (mixing weight)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20640"/>
            <a:ext cx="73152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4. Mask + DfOp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440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Applies enhancement to spectrogram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Mask expanded to full freq resolution, DfOp applies learned FIR filter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Data Flow: Tensor Shape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94360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Input features (B=batch, T=100 frames):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feat_erb:  (B, 1, T, 32)   [ERB features]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feat_spec: (B, 2, T, 96)   [DF spectral features, real/imag]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spec:      (B, 1, T, 481, 2) [Full STFT, real/imag]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Encoder (ERB path):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e0: (B, 16, T, 32)     Conv2d block 0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e1: (B, 32, T, 16)     Conv2d block 1 (freq halved)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e2: (B, 64, T, 8)      Conv2d block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e3: (B, 64, T, 8)      Conv2d block 3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Encoder (DF path):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c0: (B, 16, T, 96)     DF Conv block 0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c1: (B, 32, T, 96)     DF Conv block 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-&gt; GroupedGRU fusion -&gt; emb: (B, T, hidden)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ErbDecoder (U-Net with skip connections):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e3 + emb -&gt; convt3 -&gt; (B, 64, T, 8)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e2 + up   -&gt; convt2 -&gt; (B, 32, T, 16)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e1 + up   -&gt; convt1 -&gt; (B, 16, T, 32)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e0 + up   -&gt; conv0  -&gt; (B, 1, T, 32)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mask = Sigmoid -&gt; ERB mask [0, 1]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DfDecoder: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df_coefs: (B, T, 5, 96, 2)  [DF order x bins x real/imag]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df_alpha: (B, T, 1)          [mixing weight]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Output: enhanced_spec: (B, 1, T, 481,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91440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Key Shape Changes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ERB path: freq dimension shrinks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32 -&gt; 16 -&gt; 8 (progressive compression)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Then expands back: 8 -&gt; 16 -&gt; 32 (U-Net)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Time dimension stays T throughout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No temporal downsampling (preserves alignment)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Mask: 32 ERB bands -&gt; 481 freq bins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ERB inverse filterbank expands coarse mask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to full spectral resolution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DF operates on 96 low-freq bins only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Speech energy concentrated in low frequencies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DF refines where it matters most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Key Module Details: GroupedGRU, Mask, DfOp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GroupedGRU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Split GRU into G independent groups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Each group processes part of features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Maintains capacity with fewer parameters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Similar to grouped convolution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9144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E86C00"/>
                </a:solidFill>
                <a:latin typeface="Microsoft YaHei"/>
              </a:defRPr>
            </a:pPr>
            <a:r>
              <a:t>Mask Module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Converts ERB mask to full resolution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mask_full = mask_erb @ erb_inv_fb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Applied multiplicatively: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enhanced = spec * mask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9144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2E7D32"/>
                </a:solidFill>
                <a:latin typeface="Microsoft YaHei"/>
              </a:defRPr>
            </a:pPr>
            <a:r>
              <a:t>DfOp (Deep Filtering)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Learned FIR filter on low-freq bins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Y[f] = sum_k C[k,f] * X[f-k]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alpha controls DF mix: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alpha*DF + (1-alpha)*mask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4864" cy="25603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050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Microsoft YaHei"/>
              </a:defRPr>
            </a:pPr>
            <a:r>
              <a:t>How alpha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alpha is a learned scalar per time frame, output by DfDecoder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When alpha ~ 1: model relies heavily on Deep Filtering (learned FIR) for refinement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When alpha ~ 0: model uses only mask-based enhancement (simpler, faster)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The model ADAPTIVELY chooses how much deep filtering to apply per frame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This is a form of learned gating - similar to attention but for processing stages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DeepFilterNet vs DeepACE: Architecture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Both models share encoder-decoder-mask pattern, applied to different domains and purposes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DeepACE (Module 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DeepFilterNet (Module 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38528"/>
            <a:ext cx="1124712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842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9842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Electrodogram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9842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6C00"/>
                </a:solidFill>
                <a:latin typeface="Microsoft YaHei"/>
              </a:defRPr>
            </a:pPr>
            <a:r>
              <a:t>Speech enhancement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95728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414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4414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Noisy waveform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4414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6C00"/>
                </a:solidFill>
                <a:latin typeface="Microsoft YaHei"/>
              </a:defRPr>
            </a:pPr>
            <a:r>
              <a:t>Noisy spectrogram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52928"/>
            <a:ext cx="1124712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8986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8986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22-channel electrodogram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8986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6C00"/>
                </a:solidFill>
                <a:latin typeface="Microsoft YaHei"/>
              </a:defRPr>
            </a:pPr>
            <a:r>
              <a:t>Enhanced spectrogram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10128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3558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Domain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3558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Time domain (Conv1d)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3558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6C00"/>
                </a:solidFill>
                <a:latin typeface="Microsoft YaHei"/>
              </a:defRPr>
            </a:pPr>
            <a:r>
              <a:t>Time-freq domain (Conv2d)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67328"/>
            <a:ext cx="1124712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8130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Encoder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8130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Conv1d (learned features)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8130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6C00"/>
                </a:solidFill>
                <a:latin typeface="Microsoft YaHei"/>
              </a:defRPr>
            </a:pPr>
            <a:r>
              <a:t>Conv2d (ERB features)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24528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702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Temporal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2702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Dilated conv + 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2702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6C00"/>
                </a:solidFill>
                <a:latin typeface="Microsoft YaHei"/>
              </a:defRPr>
            </a:pPr>
            <a:r>
              <a:t>GroupedGRU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681728"/>
            <a:ext cx="1124712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7274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Decoder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7274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ConvTranspose1d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7274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6C00"/>
                </a:solidFill>
                <a:latin typeface="Microsoft YaHei"/>
              </a:defRPr>
            </a:pPr>
            <a:r>
              <a:t>U-Net + skip connections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138928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1846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Core innovation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1846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ChannelRebalancer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1846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6C00"/>
                </a:solidFill>
                <a:latin typeface="Microsoft YaHei"/>
              </a:defRPr>
            </a:pPr>
            <a:r>
              <a:t>Deep Filtering stage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596128"/>
            <a:ext cx="1124712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6418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Sample 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6418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16 kHz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56418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6C00"/>
                </a:solidFill>
                <a:latin typeface="Microsoft YaHei"/>
              </a:defRPr>
            </a:pPr>
            <a:r>
              <a:t>48 kHz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6053328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60990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Real-time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6160" y="60990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Yes (causal)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60990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6C00"/>
                </a:solidFill>
                <a:latin typeface="Microsoft YaHei"/>
              </a:defRPr>
            </a:pPr>
            <a:r>
              <a:t>Yes (~5ms latency)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3-4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Inference &amp; Output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Running DeepFilterNet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94360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669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Method 1: Python API (recommended)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from df.enhance import init_df, enhance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from df.io import load_audio, save_audio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Load pretrained model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model, df_state, suffix, epoch = init_df(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'models/DeepFilterNet3',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post_filter=True,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config_allow_defaults=True,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Load and enhance audio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audio, meta = load_audio('noisy.wav', sr=48000)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enhanced = enhance(model, df_state, audio, pad=True)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Save result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save_audio(enhanced, 'enhanced.wav', sr=48000)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Method 2: Command line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python -m df.enhance &lt;input_dir&gt;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Method 3: pip package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deep-filter &lt;input_dir&gt;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9144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Inference Steps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1. Load model with init_df()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Downloads/loads pretrained weights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2. Load audio at correct sample rate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DFN uses 48kHz (not CI's 16kHz!)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3. Run enhance() function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Handles STFT, model forward, iSTFT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4. Visualize results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Waveform comparison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Spectrogram comparison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Compute PESQ/STOI/SI-SDR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03520"/>
            <a:ext cx="54864" cy="10972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376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Sample Rate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DeepFilterNet works at 48kHz but CI uses 16kHz. In module5 session3 we will handle this mismatch when connecting DFN to 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Output Analysis: Spectrogram Comparison &amp;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What to Look For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Noisy spectrogram: noise fills background across all frequencies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Enhanced spectrogram: noise suppressed, speech harmonics clearer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C62828"/>
                </a:solidFill>
                <a:latin typeface="Microsoft YaHei"/>
              </a:defRPr>
            </a:pPr>
            <a:r>
              <a:t>Common artifacts to watch for: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Over-suppression: speech energy lost along with noise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Residual noise: some noise remains in low-SNR regions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Spectral smoothing: loss of fine spectral detail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914400"/>
            <a:ext cx="530352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0058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Compute spectrograms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noisy_spec = torch.stft(audio[0], fft_size,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             hop_size, return_complex=True)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enh_spec = torch.stft(enhanced[0], fft_size,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           hop_size, return_complex=True)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Visualize comparison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Top: Noisy spectrogram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Bottom: Enhanced spectrogram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Compute metrics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si_sdr = compute_si_sdr(enhanced, clean)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PESQ/STOI require separate packages: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pip install pesq pystoi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4864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050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Discussion Point: Objective vs Subjective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Do objective metrics (PESQ/STOI/SI-SDR) always align with what you hear?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Important for CI research: CI users perceive sound very differently from normal hearing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 system that scores well on PESQ may not help CI users understand better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Subjective evaluation by CI users remains the gold standard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This is especially critical when adapting SE for CI applications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Summary &amp; Homework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What we did today: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Explored DeepFilterNet code structure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Traced detailed data flow with tensor shapes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Compared DeepFilterNet vs DeepACE architecture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Ran pretrained model inference on noisy speech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Analyzed spectrogram output and evaluation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914400"/>
            <a:ext cx="5303520" cy="2286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914400"/>
            <a:ext cx="54864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987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Homework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Read loss.py to understand multi-component loss function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Try enhancing your own audio files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Pre-read: think about how to connect DeepFilterNet with ACE strategy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474720"/>
            <a:ext cx="5303520" cy="1645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3474720"/>
            <a:ext cx="54864" cy="1645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547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Core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40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Two-stage design (mask + deep filtering) with ERB domain processing. Encoder-decoder pattern is shared with DeepACE but applied to different domains.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