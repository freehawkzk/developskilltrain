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Module5 Session3 (Optional): DeepFilterNet + CI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Experiments: ERB Band Modifications, Enhance-then-Encode Pipeline, Latency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Agenda (2.5 hours)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0:00-0:15  Review + Questions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0:15-0:45  Exp 1: Modify ERB band count, observe frequency resolution impact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0:45-1:15  Exp 2: DeepFilterNet output -&gt; ACE strategy (Enhance-then-Encode pipeline)</a:t>
            </a:r>
          </a:p>
          <a:p>
            <a:pPr>
              <a:spcAft>
                <a:spcPts val="480"/>
              </a:spcAft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1:15-1:25  Break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1:25-1:55  Exp 3: SNR sweep evaluation of enhancement quality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1:55-2:20  Latency analysis: Can DeepFilterNet meet CI real-time requirements?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2:20-2:30  Summary: Gap from general SE to CI-specific 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Experiment 1: ERB Band Count Modifications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ERB Frequency Band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Hypothesis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Changing ERB band count affects frequency resolution.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Fewer bands = coarser representation but possibly more noise-robust.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This tradeoff mirrors CI electrode count decisions.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14400"/>
            <a:ext cx="530352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0058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Compare ERB filterbanks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for n_erbs in [16, 32, 48]: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fb = erb_filterbank(n_erbs, sr=48000, n_fft=960)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# Visualize filterbank shape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# Wider bands = more noise averaging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# Narrower bands = finer frequency detail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In config.py: NB_ERB parameter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Default: 32 ERB bands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Modify to test: 16, 22, 32, 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C62828"/>
                </a:solidFill>
                <a:latin typeface="Microsoft YaHei"/>
              </a:defRPr>
            </a:pPr>
            <a:r>
              <a:t>CI Connection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16 ERB bands: similar to early CI processors (coarse frequency resolution)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22 ERB bands: matches modern CI electrode count (direct mapping possible)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32 ERB bands: DeepFilterNet default (good balance, CI-compatible)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48 ERB bands: closer to normal hearing resolution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Experiment 2: Enhance-then-Encode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DeepFilterNet -&gt; ACE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94360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669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Pipeline Design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Noisy -&gt; DeepFilterNet -&gt; Enhanced -&gt; ACE -&gt; Electrodogram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Step 1: Enhance with DeepFilterNet (48kHz)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enhanced = enhance(model, df_state, noisy_audio)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Step 2: Resample to CI rate (48kHz -&gt; 16kHz)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enhanced_16k = torchaudio.functional.resample(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enhanced, 48000, 16000)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Step 3: Run ACE strategy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q, p = ace_strategy(enhanced_16k.numpy(),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         sr=16000, n_band=22, n_maxima=8)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Baseline comparison: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Noisy -&gt; ACE -&gt; Electrodogram (no enhancement)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9144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Pipeline Comparison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2E7D32"/>
                </a:solidFill>
                <a:latin typeface="Microsoft YaHei"/>
              </a:defRPr>
            </a:pPr>
            <a:r>
              <a:t>With Enhancement: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Noisy -&gt; DFN -&gt; Enhanced -&gt; ACE -&gt; Electrodes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C62828"/>
                </a:solidFill>
                <a:latin typeface="Microsoft YaHei"/>
              </a:defRPr>
            </a:pPr>
            <a:r>
              <a:t>Without Enhancement (baseline):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Noisy -&gt; ACE -&gt; Electrodes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E86C00"/>
                </a:solidFill>
                <a:latin typeface="Microsoft YaHei"/>
              </a:defRPr>
            </a:pPr>
            <a:r>
              <a:t>Key Metric: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Channel selection difference ratio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Does enhancement improve ACE channel selection?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389120"/>
            <a:ext cx="54864" cy="20116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4622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Microsoft YaHei"/>
              </a:defRPr>
            </a:pPr>
            <a:r>
              <a:t>Sample Rate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DeepFilterNet works at 48kHz, ACE uses 16kHz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Must resample between stages (potential information loss)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Alternative: train a 16kHz version of DeepFilterNet specifically for CI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This is an active research direction in CI speech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Experiment 3: SNR Sweep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48640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Test across SNR range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snr_levels = [-10, -5, 0, 5, 10, 15, 20]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results = []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for snr in snr_levels: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noisy = mix_at_snr(clean, noise, snr)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enhanced = enhance(model, df_state, noisy)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si_sdr_in = compute_si_sdr(noisy, clean)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si_sdr_out = compute_si_sdr(enhanced, clean)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improvement = si_sdr_out - si_sdr_in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results.append((snr, si_sdr_in, si_sdr_out, improvement))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Hypothesis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Enhancement effect degrades at very low SNR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There exists an SNR threshold below which enhancement has minimal benefit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Expected Curves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Input SI-SDR: linearly increases with SNR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Output SI-SDR: also increases, but with diminishing returns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Improvement: peaks at moderate SNR, drops at extremes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54864" cy="2560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050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What to Look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SNR = -10dB: Enhancement barely helps (noise too dominant)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SNR = 0~5dB: Enhancement provides most benefit (typical CI challenging environments)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SNR = 15~20dB: Less improvement needed (already relatively clean)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The sweet spot for SE benefit overlaps with the hardest CI listening situations!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Latency Analysis: Real-Time CI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064240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9875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Max Latency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98755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DFN Algorithmic Latency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90472"/>
            <a:ext cx="11064240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6362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Hearing aids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563624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5-10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563624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Microsoft YaHei"/>
              </a:defRPr>
            </a:pPr>
            <a:r>
              <a:t>~5 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39112"/>
            <a:ext cx="11064240" cy="5486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1226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CI processors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112264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5-10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112264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Microsoft YaHei"/>
              </a:defRPr>
            </a:pPr>
            <a:r>
              <a:t>~5 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87752"/>
            <a:ext cx="1106424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6090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Phone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2660904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~150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660904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Microsoft YaHei"/>
              </a:defRPr>
            </a:pPr>
            <a:r>
              <a:t>~5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36392"/>
            <a:ext cx="11064240" cy="5486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209544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Video 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209544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~200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209544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Microsoft YaHei"/>
              </a:defRPr>
            </a:pPr>
            <a:r>
              <a:t>~5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4747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DFN Latency Calculation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hop_size / sr = 480 / 48000 = 10ms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With 50% overlap, effective latency ~ 5ms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C62828"/>
                </a:solidFill>
                <a:latin typeface="Microsoft YaHei"/>
              </a:defRPr>
            </a:pPr>
            <a:r>
              <a:t>CI Deployment Challenges: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1. Compute budget: CI ~ 1/10 of smartphone power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2. Power: must run 12+ hours on battery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3. Model size: ~1.5M parameters (too large?)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4. Fixed-point: CI HW may not support float32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474720"/>
            <a:ext cx="5303520" cy="292608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474720"/>
            <a:ext cx="54864" cy="2926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547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Microsoft YaHei"/>
              </a:defRPr>
            </a:pPr>
            <a:r>
              <a:t>Why Latency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8404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Lip-sync: if audio is delayed &gt; 30ms, visual-audio mismatch is noticeable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Own voice: delayed feedback makes speaking difficult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Conversational flow: &gt; 200ms delay disrupts natural turn-taking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For CI/hearing aids: algorithmic + hardware latency must stay &lt; 10ms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DFN's ~5ms is promising but real hardware adds more latency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Gap Analysis: General SE vs CI-Specific 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064240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8755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Aspect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98755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General 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987552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CI-Specific 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36192"/>
            <a:ext cx="1106424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934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Optimization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60934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PESQ (quality)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609344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STOI (intelligibility)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130552"/>
            <a:ext cx="11064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0370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Frequency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20370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Full bandwidth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203704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CI-relevant frequencies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24912"/>
            <a:ext cx="1106424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79806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Noise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79806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Any noise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798064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CI-typical environments (restaurant, street)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19272"/>
            <a:ext cx="11064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39242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339242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Single enhanced audio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3392424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Must feed into CI encoder (ACE)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13632"/>
            <a:ext cx="1106424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98678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Latency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98678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Nice to have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986784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MUST be &lt; 10ms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07992"/>
            <a:ext cx="110642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8114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581144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Objective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581144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CI user subjective tests (gold standard)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Research Directions: Bridging the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1. CI-aware Loss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Include ACE channel selection quality in training loss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91440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73152" cy="12801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05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2. Joint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End-to-end training of SE + CI encoder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7744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377440"/>
            <a:ext cx="73152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3. Per-Electrode Enhancement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803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Different enhancement per CI channel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37744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377440"/>
            <a:ext cx="73152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4. Noise Type Adaptation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803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Focus on noise types most problematic for CI users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73152" cy="12801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5. Model Compression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Quantization, pruning for CI hardware deployment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840480"/>
            <a:ext cx="530352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840480"/>
            <a:ext cx="73152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6. CI User Subjective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434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Gold standard: let CI users directly evaluate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What we did today: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Analyzed ERB band count and its CI connection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Built Enhance-then-Encode pipeline (DFN + ACE)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Evaluated enhancement across SNR range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Analyzed real-time requirements for CI deployment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Discussed gap between general SE and CI-specific 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14400"/>
            <a:ext cx="5303520" cy="18288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914400"/>
            <a:ext cx="54864" cy="1828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987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Homework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Basic: Run DFN inference on 3 files at different SNRs, compute metrics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Advanced: Build complete enhance-&gt;ACE pipeline, compare channel selection with/without enhancement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017520"/>
            <a:ext cx="530352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017520"/>
            <a:ext cx="54864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0906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Module 5 Core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83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DeepFilterNet provides a practical, real-time capable SE solution. Connecting it to CI processing reveals both opportunities and challenges for CI-specific SE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