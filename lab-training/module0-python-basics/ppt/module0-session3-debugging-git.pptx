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模块0 · 第3次课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调试、版本控制与编程习惯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编程能力：能读懂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掌握基本的调试方法（print → pdb → Jupyter调试器）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学会读懂常见Python报错信息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掌握Git基本操作（init, add, commit, push, pull）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建立良好的编程习惯（命名规范、注释、格式化）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75488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🎯 核心心态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报错是朋友，不是敌人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报错信息告诉你哪里出了问题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学会读它，就能解决大部分问题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不要等救援——自己读报错！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调试方法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报错不可怕——学会读它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最常见的报错类型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5603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IndexError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索引越界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onsolas"/>
              </a:defRPr>
            </a:pPr>
            <a:r>
              <a:t>lst[5] 但 lst 只有3个元素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25603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KeyError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字典键不存在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onsolas"/>
              </a:defRPr>
            </a:pPr>
            <a:r>
              <a:t>d['c'] 但只有 'a' 和 'b'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25603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TypeError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类型不对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onsolas"/>
              </a:defRPr>
            </a:pPr>
            <a:r>
              <a:t>'2' + 2 字符串+数字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25603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ValueError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值不对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onsolas"/>
              </a:defRPr>
            </a:pPr>
            <a:r>
              <a:t>int('hello') 非数字转整数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RuntimeError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维度不匹配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onsolas"/>
              </a:defRPr>
            </a:pPr>
            <a:r>
              <a:t>PyTorch中最常见：x.shape 不对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RuntimeError详解——维度不匹配（最重要！）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linear = nn.Linear(10, 5)   # 期望输入维度为10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x = torch.randn(3, 8)       # 实际输入维度为8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y = linear(x)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RuntimeError: Mat1 and Mat2 shapes can't be multiplied (3x8 and 10x5)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🔍 关键信息解读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Mat1 和 Mat2 维度不匹配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最后一维: 8 vs 10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意思是：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输入 x 的最后一个维度是 8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但线性层期望 10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解决：检查 x.shape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📋 报错信息阅读技巧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1. 从下往上读——最后一行是错误类型和消息，最有信息量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2. 看 Traceback——它告诉你错误发生在哪一行、调用链是什么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3. 读最后一行两遍——第一遍理解大意，第二遍找关键数字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4. 维度不匹配是最常见的错误——养成习惯：每步都 print(tensor.shape)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调试方法演进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1168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最简单、最实用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print(tensor.shape)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局限：需要手动添加/删除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01168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不需要改代码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import pdb; pdb.set_trace()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局限：交互式命令行，不直观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201168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Jupyter调试器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可视化断点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在notebook中点按钮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局限：只在notebook中有效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2011680" cy="914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VS Code调试器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最专业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设置launch.json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局限：需要配置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5943600"/>
            <a:ext cx="82296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989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建议：日常开发中 print(tensor.shape) 仍然是最快最实用的调试方法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print调试实战——跟踪张量形状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DebugCNN(nn.Module):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self.conv1 = nn.Conv2d(1, 16, 3, padding=1)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self.conv2 = nn.Conv2d(16, 32, 3, padding=1)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self.pool = nn.MaxPool2d(2, 2)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self.fc = nn.Linear(32 * 8 * 8, 10)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print(f'输入: {x.shape}')                        # [4, 1, 32, 32]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x = self.pool(torch.relu(self.conv1(x)))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print(f'conv1 + pool: {x.shape}')                # [4, 16, 16, 16]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x = self.pool(torch.relu(self.conv2(x)))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print(f'conv2 + pool: {x.shape}')                # [4, 32, 8, 8]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x = x.view(x.size(0), -1)  # 展平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print(f'flatten: {x.shape}')                     # [4, 2048]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x = self.fc(x)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print(f'fc输出: {x.shape}')                      # [4, 10]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return x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model = DebugCNN()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y = model(torch.randn(4, 1, 32, 32))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Git基础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版本管理——像游戏存档一样管理代码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Git是什么？——游戏的"存档"功能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新建游戏存档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创建一个新的Git仓库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add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标记要保存的内容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把修改的文件加入暂存区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commit -m "..."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存档！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保存当前进度，附上说明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存档列表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查看所有历史记录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checkout &lt;hash&gt;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读档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回到某个存档点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查看哪些文件被修改了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Git基本工作流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第1步：初始化仓库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cd my_project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init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第2步：添加文件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add .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第3步：提交（存档）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commit -m "初始化项目"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之后的工作循环：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1. 写代码...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2. git add .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3. git commit -m "完成XXX功能"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查看状态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查看历史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log --oneline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远程同步（后续会学）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push   # 推送到远程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git pull   # 从远程拉取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🔑 核心循环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写代码 → git add → git commit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就这样！三个命令就够用了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add = 选择要保存的文件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commit = 真正保存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message = 记录做了什么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029200" cy="164592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⚠️ 初学者常见错误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忘记 git add 就直接 commit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commit message 写 "update"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一次 commit 包含太多改动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好的commit message = 实验记录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Microsoft YaHei"/>
              </a:defRPr>
            </a:pPr>
            <a:r>
              <a:t>好的例子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"CNN分类器：2层conv+1层fc，准确率85%"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"修改学习率：0.001→0.0001，loss下降更快"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"增加数据增强：随机裁剪+频谱掩蔽，过拟合缓解"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62828"/>
                </a:solidFill>
                <a:latin typeface="Microsoft YaHei"/>
              </a:defRPr>
            </a:pPr>
            <a:r>
              <a:t>坏的例子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"update"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"fix bug"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"修改了一下"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"111"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📝 commit message 原则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回答这个问题：这次改动做了什么，效果如何？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好的格式：[模块/功能]：做了什么，结果如何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例如：[模块3] 增加Mel频谱特征，分类准确率从78%提升到82%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例如：[模块5] DeepFilterNet推理测试通过，SI-SDR=12.3dB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编程习惯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好习惯让你（和你的队友）少踩坑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命名规范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变量/函数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28600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onsolas"/>
              </a:defRPr>
            </a:pPr>
            <a:r>
              <a:t>snake_case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08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sample_rate, compute_spectrum()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8288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468880"/>
            <a:ext cx="228600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onsolas"/>
              </a:defRPr>
            </a:pPr>
            <a:r>
              <a:t>PascalCase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AudioDataset, CNNClassifier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18288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常量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566160"/>
            <a:ext cx="228600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onsolas"/>
              </a:defRPr>
            </a:pPr>
            <a:r>
              <a:t>UPPER_CASE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703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SAMPLE_RATE, NUM_CLASSES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39"/>
            <a:ext cx="18288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005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私有属性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663439"/>
            <a:ext cx="228600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8005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onsolas"/>
              </a:defRPr>
            </a:pPr>
            <a:r>
              <a:t>_前缀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8005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_internal_state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6C00"/>
                </a:solidFill>
                <a:latin typeface="Microsoft YaHei"/>
              </a:defRPr>
            </a:pPr>
            <a:r>
              <a:t>核心原则：变量名回答"这个变量存储什么"，而不是"这个变量的类型是什么"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好名字 vs 坏名字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62828"/>
                </a:solidFill>
                <a:latin typeface="Microsoft YaHei"/>
              </a:defRPr>
            </a:pPr>
            <a:r>
              <a:t>❌ 坏名字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50292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a = 16000          # 什么采样率？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b = 0.5             # 什么的振幅？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c = np.zeros(100)   # 什么的缓冲区？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tmp = wave[:500]    # 什么的临时变量？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x1 = process(x)     # 处理了什么？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result = func(data) # 什么结果？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Microsoft YaHei"/>
              </a:defRPr>
            </a:pPr>
            <a:r>
              <a:t>✅ 好名字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0292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sample_rate = 16000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amplitude = 0.5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output_buffer = np.zeros(100)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first_500_samples = wave[:500]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filtered_signal = lowpass_filter(raw_signal)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mel_spectrum = compute_mel_spectrum(audio)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💡 实际影响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坏名字：3个月后你自己都看不懂自己的代码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好名字：别人接手代码时不用问你"这个变量是什么意思"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在实验室里：你的队友和未来的你会感谢现在的你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注释写法——解释"为什么"而不是"做了什么"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Microsoft YaHei"/>
              </a:defRPr>
            </a:pPr>
            <a:r>
              <a:t>❌ 坏注释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sr = 16000  # 设置采样率为16000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n = int(sr * dur)  # 计算样本数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wave = np.sin(2*np.pi*f*t)  # 生成正弦波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Microsoft YaHei"/>
              </a:defRPr>
            </a:pPr>
            <a:r>
              <a:t>✅ 好注释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sample_rate = 16000  # CI语音处理的常用采样率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num_samples = int(sample_rate * duration)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int()截断而非四舍五入，避免最后一个样本溢出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📝 注释原则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代码本身已经说明了"做了什么"——好的变量名就是最好的注释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注释应该解释"为什么这样做"——设计决策、经验教训、注意事项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好的函数注释 (docstring)：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"""计算信噪比 (dB)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参数: clean - 干净信号, noisy - 带噪信号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返回: SNR值 (float)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注意: 如果noise_power为0，返回inf """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代码格式化——用工具自动完成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安装 black（在终端中执行）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pip install black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格式化单个文件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black signal_utils.py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格式化整个项目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black 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🔑 要点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不要为格式争论浪费时间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让 black 自动处理缩进、空格、换行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团队统一风格 = 减少沟通成本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终端运行 black . 就搞定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综合练习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模块化重构 + Git提交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综合练习：模块化重构 + Git提交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任务：将前两次课的代码重构为模块化的项目，提交到Git仓库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步骤1：创建项目结构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45720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audio_tools/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__init__.py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signal.py        # Signal类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generators.py    # SineWave, NoisySignal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└── visualization.py # 画图工具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步骤2：Git提交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92608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063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init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... 创建文件 ...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add 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"初始化项目结构"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... 实现Signal类 ...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add 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"实现Signal和SineWave类"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... 完成重构 ...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git commit -m "完成模块化重构"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✅ 验收标准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目录结构正确，__init__.py 存在   |   import 能正常工作   |   Git历史有3个以上commit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进阶练习（选做）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1. 为 SineWave 类添加 to_wav(filepath) 方法，用 soundfile 库保存wav文件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2. 为 Signal 类添加 __repr__ 方法，打印信号的基本信息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print(sine) → "Signal(duration=1.0s, sample_rate=16000Hz, samples=16000)"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3. 写一个简单的单元测试：验证 SineWave(440).frequency == 440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4. 编程能力诊断测试（30分钟，不看答案）：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写一个 HarmonicWave 类，继承 Signal，生成包含基频和谐波的复合波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要求：构造函数、get_harmonic_freqs()、plot_spectrum()、docstring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📋 自评：30分钟内独立完成 → 编程能力良好 | 需要提示 → 基础需加强 | 无法完成 → 模块0必须参加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1. 读报错信息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从下往上读，最后一行最有信息量；维度不匹配是最常见的bug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2. 调试方法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print(tensor.shape) 最快最实用；Jupyter/VS Code调试器更专业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3.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init → add → commit 是最基本的工作流；commit message要写清楚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4. 命名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好名字回答"存储什么"；snake_case变量、PascalCase类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5. 注释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解释"为什么"而不是"做了什么"；用black自动格式化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模块0 完结总结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Microsoft YaHei"/>
              </a:defRPr>
            </a:pPr>
            <a:r>
              <a:t>三次课的能力进阶路线：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6459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第1次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变量、数据类型、NumPy、控制流、函数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能力：写脚本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164592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第2次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29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类、继承、nn.Module、Dataset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840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能力：读PyTorch代码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164592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第3次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800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调试、Git、编程习惯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能力：独立解决问题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下一模块预告：模块1 Linux基本使用与深度学习环境搭建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预习材料：预习-第1次课.md  |  SSH连接、终端操作、Conda环境管理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模块0 完结！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课后完成所有练习和诊断测试，下次课进入模块1。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