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模块0 · 第2次课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Python进阶——面向对象与代码组织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编程能力：能读懂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理解从"函数+字典"到"类"的过渡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能读懂别人写的类，能写简单的类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理解继承的概念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理解模块/包的概念，知道import做了什么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关键衔接：读懂PyTorch源码中的类（nn.Module, Dataset）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8404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关键理解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PyTorch里全是类：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nn.Module, Dataset, DataLoader...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理解了"类"，就能读懂PyTorch代码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从"函数+字典"到"类"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两种管理数据和操作的方式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方式一：函数 + 字典（数据与操作分离）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def create_signal(waveform, sample_rate, label=''):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return {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'waveform': waveform,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'sample_rate': sample_rate,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'label': label,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def plot_signal(signal_dict):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sr = signal_dict['sample_rate']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t = np.linspace(0, len(signal_dict['waveform'])/sr,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         len(signal_dict['waveform']), endpoint=False)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plt.figure(figsize=(12, 4))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plt.plot(t, signal_dict['waveform'])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plt.title(signal_dict['label'])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plt.show()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def compute_spectrum(signal_dict):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N = len(signal_dict['waveform'])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spectrum = np.abs(np.fft.rfft(signal_dict['waveform']))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freqs = np.fft.rfftfreq(N, 1/signal_dict['sample_rate'])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return freqs, spectrum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使用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sig = create_signal(wave, 16000, '440 Hz Sine Wave')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plot_signal(sig)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36576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⚠️ 问题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数据和函数是分开的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每次调用都要传字典进去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plot_signal(sig)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compute_spectrum(sig)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如果属性名拼错了呢？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signal_dict['sampl_rate']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→ KeyError，但不容易发现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方式二：类（数据与方法绑在一起）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class Signal: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"""音频信号类"""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__init__(self, waveform, sample_rate, label=''):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self.waveform = waveform      # 属性：波形数据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self.sample_rate = sample_rate  # 属性：采样率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self.label = label              # 属性：标签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plot(self):                       # 方法：画图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sr = self.sample_rate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t = np.linspace(0, len(self.waveform)/sr,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             len(self.waveform), endpoint=False)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plt.figure(figsize=(12, 4))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plt.plot(t, self.waveform)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plt.title(self.label)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plt.show()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compute_spectrum(self):           # 方法：计算频谱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N = len(self.waveform)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spectrum = np.abs(np.fft.rfft(self.waveform))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freqs = np.fft.rfftfreq(N, 1/self.sample_rate)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return freqs, spectrum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使用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sig = Signal(wave, 16000, '440 Hz Sine Wave')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sig.plot()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✅ 优势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数据和方法绑在一起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调用更自然：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sig.plot()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sig.compute_spectrum()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self 就是实例本身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self.waveform → 访问自己的数据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self.plot() → 调用自己的方法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两种方式对比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函数 + 字典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创建: sig = create_signal(wave, sr, label)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画图: plot_signal(sig)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频谱: compute_spectrum(sig)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函数和数据是分开的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需要把字典传给每个函数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属性名拼错 → 运行时才报错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类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创建: sig = Signal(wave, sr, label)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画图: sig.plot()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频谱: sig.compute_spectrum()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数据和方法绑在一起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调用更自然、更简洁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IDE可以自动补全方法名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852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7ACC"/>
                </a:solidFill>
                <a:latin typeface="Microsoft YaHei"/>
              </a:defRPr>
            </a:pPr>
            <a:r>
              <a:t>类的核心思想：数据（属性）和操作数据的方法绑在一起。self 就是实例本身。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继承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在已有的东西上加修改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继承——在父类的基础上加修改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核心直觉：继承就是在已有的东西上加修改。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Signal 是基类（能存储波形、画图）→ SineWave 继承 Signal（专门生成正弦波）→ NoisySignal 继承 Signal（加噪声）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54864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SineWave(Signal):   # 继承 Signal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__init__(self, frequency, amplitude=0.5,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duration=1.0, sample_rate=16000):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# 先生成波形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t = np.linspace(0, duration,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int(sample_rate*duration), endpoint=False)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waveform = amplitude * np.sin(2*np.pi*frequency*t)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# 调用父类的 __init__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super().__init__(waveform, sample_rate,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f'{frequency} Hz Sine Wave')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# 子类自己的属性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self.frequency = frequency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self.amplitude = amplitude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43200"/>
            <a:ext cx="4846320" cy="36576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继承三步走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class SineWave(Signal)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声明继承关系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super().__init__(...)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调用父类构造函数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self.frequency = ...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添加子类自己的属性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子类自动拥有父类的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所有属性和方法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NoisySignal——另一个继承示例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class NoisySignal(Signal):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__init__(self, clean_waveform, sample_rate,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         noise_level=0.1, label=''):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# 在干净信号上加高斯噪声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noise = np.random.randn(len(clean_waveform)) * noise_level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noisy = clean_waveform + noise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# 调用父类构造函数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super().__init__(noisy, sample_rate, label)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# 子类自己的属性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self.clean_waveform = clean_waveform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self.noise_level = noise_level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def compute_snr(self):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"""计算信噪比 (dB)"""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signal_power = np.mean(self.clean_waveform ** 2)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noise = self.waveform - self.clean_waveform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noise_power = np.mean(noise ** 2)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return 10 * np.log10(signal_power / noise_power)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🧠 继承的好处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NoisySignal 自动拥有：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plot() — 来自 Signal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compute_spectrum() — 来自 Signal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又添加了自己的：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noise_level 属性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compute_snr() 方法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不用重写已有代码！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为什么PyTorch里全是类？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用类的眼光看PyTorch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PyTorch中的核心类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t>PyTorch中的所有组件都是类——理解了"类"的概念，你就能读懂PyTorch代码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nn.Module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所有神经网络层的基类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0292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MyNet(nn.Module):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nn.Linear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线性层（全连接层）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88920"/>
            <a:ext cx="50292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self.fc = nn.Linear(10,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nn.Conv2d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2D卷积层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0292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self.conv = nn.Conv2d(1, 16,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79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17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数据集基类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26279"/>
            <a:ext cx="50292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MyData(Dataset):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39496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DataLoader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数据加载器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394960"/>
            <a:ext cx="50292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532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loader = DataLoader(dataset, batch_size=16)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实战：一个最简单的nn.Module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SimpleLinear(nn.Module):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"""最简单的神经网络层：y = Wx + b"""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__init__(self, in_features, out_features):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super().__init__()                      # 1. 调用父类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self.linear = nn.Linear(in_features, out_features)  # 2. 定义层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return self.linear(x)                   # 3. 定义数据流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使用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layer = SimpleLinear(3, 2)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x = torch.randn(5, 3)   # batch=5, in_features=3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y = layer(x)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print(f'输入: {x.shape}  输出: {y.shape}')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只需做三件事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super().__init__()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继承nn.Module的能力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在__init__中定义层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self.linear = nn.Linear(...)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在forward中定义数据流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return self.linear(x)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其他全部自动处理！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nn.Module vs 普通类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743200" cy="640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200400" cy="64008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普通类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41148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nn.Module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参数管理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62828"/>
                </a:solidFill>
                <a:latin typeface="Microsoft YaHei"/>
              </a:defRPr>
            </a:pPr>
            <a:r>
              <a:t>手动管理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parameters() 自动收集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GPU转移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62828"/>
                </a:solidFill>
                <a:latin typeface="Microsoft YaHei"/>
              </a:defRPr>
            </a:pPr>
            <a:r>
              <a:t>手动 .to("cuda")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所有子模块自动转移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保存加载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49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62828"/>
                </a:solidFill>
                <a:latin typeface="Microsoft YaHei"/>
              </a:defRPr>
            </a:pPr>
            <a:r>
              <a:t>手动pickle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49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state_dict() 自动处理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梯度计算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62828"/>
                </a:solidFill>
                <a:latin typeface="Microsoft YaHei"/>
              </a:defRPr>
            </a:pPr>
            <a:r>
              <a:t>手动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自动 (autograd)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303520"/>
            <a:ext cx="1005840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94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CC"/>
                </a:solidFill>
                <a:latin typeface="Microsoft YaHei"/>
              </a:defRPr>
            </a:pPr>
            <a:r>
              <a:t>核心：nn.Module 帮你管理了神经网络中所有繁琐的工程细节，让你只需关注 __init__（定义层）和 forward（定义数据流）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模块与包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从notebook到.py文件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为什么需要模块？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📓 Notebook 适合：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探索、可视化、教学演示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数据分析和实验记录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📄 .py 模块 适合：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代码复用、多实验共享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模型定义、数据处理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项目结构示例：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41148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3749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audio_tools/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__init__.py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signal.py        # Signal类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├── generators.py    # SineWave, NoisySignal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└── visualization.py # 画图工具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4023360"/>
            <a:ext cx="5943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16052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import 做了三件事：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from audio_tools.signal import Signal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1. 找到 audio_tools/signal.py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2. 执行文件中的所有代码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3. 把 Signal 类引入当前命名空间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使用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from audio_tools.generators import SineWave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sine = SineWave(440)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sine.plot()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§5 实战：PyTorch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深度学习数据加载的基石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Dataset源码——非常简单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943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from torch.utils.data import Dataset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import inspect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print(inspect.getsource(Dataset))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源码只有3个方法：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1. __getitem__(self, index)  → 根据索引返回样本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2. __len__(self)             → 返回数据集大小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3. __init__(self, ...)       → 初始化（子类实现）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🎯 你只需要实现：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__init__: 初始化（文件列表等）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__len__: 返回 len(dataset)</a:t>
            </a:r>
          </a:p>
          <a:p>
            <a:pPr algn="l"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__getitem__: 返回 dataset[i]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编程练习：AudioDataset类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AudioDataset(Dataset):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"""音频数据集"""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__init__(self, file_list, label_list, sample_rate=16000):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assert len(file_list) == len(label_list)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self.file_list = file_list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self.label_list = label_list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self.sample_rate = sample_rate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__len__(self):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return len(self.file_list)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__getitem__(self, idx):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filepath = self.file_list[idx]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label = self.label_list[idx]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waveform, sr = sf.read(filepath)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waveform_tensor = torch.FloatTensor(waveform)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label_tensor = torch.LongTensor([label])[0]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return waveform_tensor, label_tensor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设计模式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__init__: 保存文件列表和标签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__len__: 文件数量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__getitem__: 按索引加载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DataLoader 自动帮你：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批量加载 (batch_size)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数据打乱 (shuffle)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• 多进程加载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DataLoader——自动处理批量加载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from torch.utils.data import DataLoader, TensorDataset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dummy_data = torch.randn(100, 16000)    # 100个样本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dummy_labels = torch.randint(0, 10, (100,))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dataset = TensorDataset(dummy_data, dummy_labels)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loader = DataLoader(dataset, batch_size=16, shuffle=True)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for batch_x, batch_y in loader: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print(f'批量数据: {batch_x.shape}')   # [16, 16000]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print(f'批量标签: {batch_y.shape}')   # [16]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break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11480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这就是模块3的前置知识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模块3会用真实音频数据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加载AudioClassification数据集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训练一个CNN分类器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现在打基础，后面直接用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1. 类 = 数据 + 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属性(self.xxx)存储数据，方法操作数据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2. 继承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在父类基础上加修改，用super().__init__()调用父类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3. nn.Module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只需实现__init__(定义层)和forward(定义数据流)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4.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只需实现__len__和__getitem__，DataLoader自动处理批量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22860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5. 模块/包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33333"/>
                </a:solidFill>
                <a:latin typeface="Microsoft YaHei"/>
              </a:defRPr>
            </a:pPr>
            <a:r>
              <a:t>import → 找文件 → 执行代码 → 引入命名空间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1. 完善 Signal 类：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• duration 属性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• num_samples 属性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• resample(new_sr) 方法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2. 编写 AudioFileDataset 类：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• 继承 torch.utils.data.Dataset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• __init__ / __len__ / __getitem__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验收：代码提交到Git仓库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用面向对象重写第1次课练习：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Signal 是基类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↑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SineWave 继承 Signal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↑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CompositeWave 继承 Signal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（包含多个 SineWave）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所有类都有 plot() 和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compute_spectrum() 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下次课预告：调试、版本控制与编程习惯 — 读报错、用Git、写好代码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预习材料：预习-第3次课.md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课后请完成练习，下次课见。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